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513" r:id="rId2"/>
    <p:sldId id="514" r:id="rId3"/>
    <p:sldId id="618" r:id="rId4"/>
    <p:sldId id="622" r:id="rId5"/>
    <p:sldId id="619" r:id="rId6"/>
    <p:sldId id="623" r:id="rId7"/>
  </p:sldIdLst>
  <p:sldSz cx="13835063" cy="7781925"/>
  <p:notesSz cx="6858000" cy="9144000"/>
  <p:defaultTextStyle>
    <a:defPPr>
      <a:defRPr lang="es-ES"/>
    </a:defPPr>
    <a:lvl1pPr marL="0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50941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51" userDrawn="1">
          <p15:clr>
            <a:srgbClr val="A4A3A4"/>
          </p15:clr>
        </p15:guide>
        <p15:guide id="2" pos="43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756C"/>
    <a:srgbClr val="8BC500"/>
    <a:srgbClr val="0E7DCE"/>
    <a:srgbClr val="48B5F6"/>
    <a:srgbClr val="232227"/>
    <a:srgbClr val="ECD5AC"/>
    <a:srgbClr val="F26D40"/>
    <a:srgbClr val="AF2B2E"/>
    <a:srgbClr val="455065"/>
    <a:srgbClr val="00A1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39" autoAdjust="0"/>
    <p:restoredTop sz="93091" autoAdjust="0"/>
  </p:normalViewPr>
  <p:slideViewPr>
    <p:cSldViewPr snapToGrid="0" snapToObjects="1">
      <p:cViewPr varScale="1">
        <p:scale>
          <a:sx n="132" d="100"/>
          <a:sy n="132" d="100"/>
        </p:scale>
        <p:origin x="480" y="168"/>
      </p:cViewPr>
      <p:guideLst>
        <p:guide orient="horz" pos="2451"/>
        <p:guide pos="435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FHER ANDRES ROJAS ROJAS" userId="ff4a2ee5-b92d-4cf2-97fa-1b800dd1f1dd" providerId="ADAL" clId="{41A92D29-8BD5-40EA-B071-4A942BDDCEE0}"/>
    <pc:docChg chg="undo custSel addSld delSld modSld">
      <pc:chgData name="CRISTOFHER ANDRES ROJAS ROJAS" userId="ff4a2ee5-b92d-4cf2-97fa-1b800dd1f1dd" providerId="ADAL" clId="{41A92D29-8BD5-40EA-B071-4A942BDDCEE0}" dt="2020-04-22T09:38:19.948" v="1273" actId="47"/>
      <pc:docMkLst>
        <pc:docMk/>
      </pc:docMkLst>
      <pc:sldChg chg="modSp">
        <pc:chgData name="CRISTOFHER ANDRES ROJAS ROJAS" userId="ff4a2ee5-b92d-4cf2-97fa-1b800dd1f1dd" providerId="ADAL" clId="{41A92D29-8BD5-40EA-B071-4A942BDDCEE0}" dt="2020-04-22T08:53:20.797" v="38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1A92D29-8BD5-40EA-B071-4A942BDDCEE0}" dt="2020-04-22T08:53:20.797" v="38" actId="20577"/>
          <ac:spMkLst>
            <pc:docMk/>
            <pc:sldMk cId="2505037563" sldId="256"/>
            <ac:spMk id="8" creationId="{4B3C8749-A33F-49FE-B61E-25BC4F1F402D}"/>
          </ac:spMkLst>
        </pc:spChg>
      </pc:sldChg>
      <pc:sldChg chg="delSp modSp modAnim">
        <pc:chgData name="CRISTOFHER ANDRES ROJAS ROJAS" userId="ff4a2ee5-b92d-4cf2-97fa-1b800dd1f1dd" providerId="ADAL" clId="{41A92D29-8BD5-40EA-B071-4A942BDDCEE0}" dt="2020-04-22T09:04:29.912" v="482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1A92D29-8BD5-40EA-B071-4A942BDDCEE0}" dt="2020-04-22T09:04:26.947" v="481" actId="5793"/>
          <ac:spMkLst>
            <pc:docMk/>
            <pc:sldMk cId="1682723415" sldId="257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0:58.523" v="390" actId="20577"/>
          <ac:spMkLst>
            <pc:docMk/>
            <pc:sldMk cId="1682723415" sldId="257"/>
            <ac:spMk id="9" creationId="{7657357B-CCE3-49B3-BAC6-B043C23EBB0D}"/>
          </ac:spMkLst>
        </pc:spChg>
        <pc:picChg chg="del">
          <ac:chgData name="CRISTOFHER ANDRES ROJAS ROJAS" userId="ff4a2ee5-b92d-4cf2-97fa-1b800dd1f1dd" providerId="ADAL" clId="{41A92D29-8BD5-40EA-B071-4A942BDDCEE0}" dt="2020-04-22T08:55:39.796" v="138" actId="478"/>
          <ac:picMkLst>
            <pc:docMk/>
            <pc:sldMk cId="1682723415" sldId="257"/>
            <ac:picMk id="2050" creationId="{EA2EA1A3-8C8E-48F3-B74B-E3391C7938B4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8:26.083" v="562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1A92D29-8BD5-40EA-B071-4A942BDDCEE0}" dt="2020-04-22T09:08:26.083" v="562" actId="20577"/>
          <ac:spMkLst>
            <pc:docMk/>
            <pc:sldMk cId="2707598819" sldId="260"/>
            <ac:spMk id="3" creationId="{00000000-0000-0000-0000-000000000000}"/>
          </ac:spMkLst>
        </pc:spChg>
      </pc:sldChg>
      <pc:sldChg chg="addSp delSp modSp del">
        <pc:chgData name="CRISTOFHER ANDRES ROJAS ROJAS" userId="ff4a2ee5-b92d-4cf2-97fa-1b800dd1f1dd" providerId="ADAL" clId="{41A92D29-8BD5-40EA-B071-4A942BDDCEE0}" dt="2020-04-22T09:01:01.620" v="391" actId="47"/>
        <pc:sldMkLst>
          <pc:docMk/>
          <pc:sldMk cId="1882310351" sldId="261"/>
        </pc:sldMkLst>
        <pc:spChg chg="add mod">
          <ac:chgData name="CRISTOFHER ANDRES ROJAS ROJAS" userId="ff4a2ee5-b92d-4cf2-97fa-1b800dd1f1dd" providerId="ADAL" clId="{41A92D29-8BD5-40EA-B071-4A942BDDCEE0}" dt="2020-04-22T08:55:35.560" v="135" actId="478"/>
          <ac:spMkLst>
            <pc:docMk/>
            <pc:sldMk cId="1882310351" sldId="261"/>
            <ac:spMk id="2" creationId="{153D81F5-1655-4E6C-8E78-ED4778BC00BB}"/>
          </ac:spMkLst>
        </pc:spChg>
        <pc:picChg chg="del">
          <ac:chgData name="CRISTOFHER ANDRES ROJAS ROJAS" userId="ff4a2ee5-b92d-4cf2-97fa-1b800dd1f1dd" providerId="ADAL" clId="{41A92D29-8BD5-40EA-B071-4A942BDDCEE0}" dt="2020-04-22T08:55:35.560" v="135" actId="478"/>
          <ac:picMkLst>
            <pc:docMk/>
            <pc:sldMk cId="1882310351" sldId="261"/>
            <ac:picMk id="1026" creationId="{C4A1D1E8-E136-467D-B331-0899B1DF1AAA}"/>
          </ac:picMkLst>
        </pc:picChg>
      </pc:sldChg>
      <pc:sldChg chg="modSp modAnim">
        <pc:chgData name="CRISTOFHER ANDRES ROJAS ROJAS" userId="ff4a2ee5-b92d-4cf2-97fa-1b800dd1f1dd" providerId="ADAL" clId="{41A92D29-8BD5-40EA-B071-4A942BDDCEE0}" dt="2020-04-22T09:05:42.850" v="492" actId="1076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1A92D29-8BD5-40EA-B071-4A942BDDCEE0}" dt="2020-04-22T09:05:20.689" v="490" actId="403"/>
          <ac:spMkLst>
            <pc:docMk/>
            <pc:sldMk cId="2659890596" sldId="262"/>
            <ac:spMk id="3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5:42.850" v="492" actId="1076"/>
          <ac:spMkLst>
            <pc:docMk/>
            <pc:sldMk cId="2659890596" sldId="262"/>
            <ac:spMk id="7" creationId="{A5E2500C-D187-4F08-8D98-3D33BFEA4C8C}"/>
          </ac:spMkLst>
        </pc:spChg>
      </pc:sldChg>
      <pc:sldChg chg="modSp">
        <pc:chgData name="CRISTOFHER ANDRES ROJAS ROJAS" userId="ff4a2ee5-b92d-4cf2-97fa-1b800dd1f1dd" providerId="ADAL" clId="{41A92D29-8BD5-40EA-B071-4A942BDDCEE0}" dt="2020-04-22T09:05:36.882" v="491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1A92D29-8BD5-40EA-B071-4A942BDDCEE0}" dt="2020-04-22T09:05:36.882" v="491"/>
          <ac:spMkLst>
            <pc:docMk/>
            <pc:sldMk cId="1702473761" sldId="346"/>
            <ac:spMk id="6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7:06.302" v="520" actId="27636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1A92D29-8BD5-40EA-B071-4A942BDDCEE0}" dt="2020-04-22T09:06:37.529" v="50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07:06.302" v="520" actId="27636"/>
          <ac:spMkLst>
            <pc:docMk/>
            <pc:sldMk cId="1444201569" sldId="348"/>
            <ac:spMk id="7" creationId="{00000000-0000-0000-0000-000000000000}"/>
          </ac:spMkLst>
        </pc:spChg>
      </pc:sldChg>
      <pc:sldChg chg="modSp modAnim">
        <pc:chgData name="CRISTOFHER ANDRES ROJAS ROJAS" userId="ff4a2ee5-b92d-4cf2-97fa-1b800dd1f1dd" providerId="ADAL" clId="{41A92D29-8BD5-40EA-B071-4A942BDDCEE0}" dt="2020-04-22T09:08:08.436" v="538" actId="255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1A92D29-8BD5-40EA-B071-4A942BDDCEE0}" dt="2020-04-22T09:08:08.436" v="538" actId="255"/>
          <ac:spMkLst>
            <pc:docMk/>
            <pc:sldMk cId="3873343043" sldId="349"/>
            <ac:spMk id="7" creationId="{00000000-0000-0000-0000-000000000000}"/>
          </ac:spMkLst>
        </pc:spChg>
      </pc:sldChg>
      <pc:sldChg chg="addSp delSp modSp modAnim">
        <pc:chgData name="CRISTOFHER ANDRES ROJAS ROJAS" userId="ff4a2ee5-b92d-4cf2-97fa-1b800dd1f1dd" providerId="ADAL" clId="{41A92D29-8BD5-40EA-B071-4A942BDDCEE0}" dt="2020-04-22T09:38:13.775" v="1272" actId="478"/>
        <pc:sldMkLst>
          <pc:docMk/>
          <pc:sldMk cId="2108958779" sldId="350"/>
        </pc:sldMkLst>
        <pc:spChg chg="add del mod">
          <ac:chgData name="CRISTOFHER ANDRES ROJAS ROJAS" userId="ff4a2ee5-b92d-4cf2-97fa-1b800dd1f1dd" providerId="ADAL" clId="{41A92D29-8BD5-40EA-B071-4A942BDDCEE0}" dt="2020-04-22T09:38:13.775" v="1272" actId="478"/>
          <ac:spMkLst>
            <pc:docMk/>
            <pc:sldMk cId="2108958779" sldId="350"/>
            <ac:spMk id="4" creationId="{72349D30-B235-42B6-BAC0-4ABD21190837}"/>
          </ac:spMkLst>
        </pc:spChg>
        <pc:spChg chg="mod">
          <ac:chgData name="CRISTOFHER ANDRES ROJAS ROJAS" userId="ff4a2ee5-b92d-4cf2-97fa-1b800dd1f1dd" providerId="ADAL" clId="{41A92D29-8BD5-40EA-B071-4A942BDDCEE0}" dt="2020-04-22T09:34:37.634" v="1180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6:50.089" v="1255" actId="27636"/>
          <ac:spMkLst>
            <pc:docMk/>
            <pc:sldMk cId="2108958779" sldId="350"/>
            <ac:spMk id="7" creationId="{00000000-0000-0000-0000-000000000000}"/>
          </ac:spMkLst>
        </pc:spChg>
        <pc:picChg chg="add del mod">
          <ac:chgData name="CRISTOFHER ANDRES ROJAS ROJAS" userId="ff4a2ee5-b92d-4cf2-97fa-1b800dd1f1dd" providerId="ADAL" clId="{41A92D29-8BD5-40EA-B071-4A942BDDCEE0}" dt="2020-04-22T09:34:16.859" v="1135" actId="478"/>
          <ac:picMkLst>
            <pc:docMk/>
            <pc:sldMk cId="2108958779" sldId="350"/>
            <ac:picMk id="3" creationId="{B9FB6DA9-EC7B-41E4-B4AA-64872E4060E9}"/>
          </ac:picMkLst>
        </pc:picChg>
        <pc:picChg chg="add del mod">
          <ac:chgData name="CRISTOFHER ANDRES ROJAS ROJAS" userId="ff4a2ee5-b92d-4cf2-97fa-1b800dd1f1dd" providerId="ADAL" clId="{41A92D29-8BD5-40EA-B071-4A942BDDCEE0}" dt="2020-04-22T09:36:53.733" v="1256" actId="478"/>
          <ac:picMkLst>
            <pc:docMk/>
            <pc:sldMk cId="2108958779" sldId="350"/>
            <ac:picMk id="1026" creationId="{63D32BC8-E533-4B11-B78D-DE8E985ECEC1}"/>
          </ac:picMkLst>
        </pc:picChg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3196129465" sldId="351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736109266" sldId="352"/>
        </pc:sldMkLst>
      </pc:sldChg>
      <pc:sldChg chg="del">
        <pc:chgData name="CRISTOFHER ANDRES ROJAS ROJAS" userId="ff4a2ee5-b92d-4cf2-97fa-1b800dd1f1dd" providerId="ADAL" clId="{41A92D29-8BD5-40EA-B071-4A942BDDCEE0}" dt="2020-04-22T09:21:29.365" v="980" actId="47"/>
        <pc:sldMkLst>
          <pc:docMk/>
          <pc:sldMk cId="2010018448" sldId="374"/>
        </pc:sldMkLst>
      </pc:sldChg>
      <pc:sldChg chg="add del">
        <pc:chgData name="CRISTOFHER ANDRES ROJAS ROJAS" userId="ff4a2ee5-b92d-4cf2-97fa-1b800dd1f1dd" providerId="ADAL" clId="{41A92D29-8BD5-40EA-B071-4A942BDDCEE0}" dt="2020-04-22T09:34:03.761" v="1121" actId="47"/>
        <pc:sldMkLst>
          <pc:docMk/>
          <pc:sldMk cId="3507114496" sldId="376"/>
        </pc:sldMkLst>
      </pc:sldChg>
      <pc:sldChg chg="new del">
        <pc:chgData name="CRISTOFHER ANDRES ROJAS ROJAS" userId="ff4a2ee5-b92d-4cf2-97fa-1b800dd1f1dd" providerId="ADAL" clId="{41A92D29-8BD5-40EA-B071-4A942BDDCEE0}" dt="2020-04-22T09:28:15.811" v="983" actId="680"/>
        <pc:sldMkLst>
          <pc:docMk/>
          <pc:sldMk cId="146358354" sldId="377"/>
        </pc:sldMkLst>
      </pc:sldChg>
      <pc:sldChg chg="modSp add">
        <pc:chgData name="CRISTOFHER ANDRES ROJAS ROJAS" userId="ff4a2ee5-b92d-4cf2-97fa-1b800dd1f1dd" providerId="ADAL" clId="{41A92D29-8BD5-40EA-B071-4A942BDDCEE0}" dt="2020-04-22T09:32:33.550" v="1110" actId="27636"/>
        <pc:sldMkLst>
          <pc:docMk/>
          <pc:sldMk cId="153259363" sldId="377"/>
        </pc:sldMkLst>
        <pc:spChg chg="mod">
          <ac:chgData name="CRISTOFHER ANDRES ROJAS ROJAS" userId="ff4a2ee5-b92d-4cf2-97fa-1b800dd1f1dd" providerId="ADAL" clId="{41A92D29-8BD5-40EA-B071-4A942BDDCEE0}" dt="2020-04-22T09:28:37.866" v="997" actId="1076"/>
          <ac:spMkLst>
            <pc:docMk/>
            <pc:sldMk cId="153259363" sldId="377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1A92D29-8BD5-40EA-B071-4A942BDDCEE0}" dt="2020-04-22T09:32:33.550" v="1110" actId="27636"/>
          <ac:spMkLst>
            <pc:docMk/>
            <pc:sldMk cId="153259363" sldId="377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1A92D29-8BD5-40EA-B071-4A942BDDCEE0}" dt="2020-04-22T09:31:49.568" v="1088" actId="20577"/>
        <pc:sldMkLst>
          <pc:docMk/>
          <pc:sldMk cId="3676553905" sldId="378"/>
        </pc:sldMkLst>
        <pc:spChg chg="mod">
          <ac:chgData name="CRISTOFHER ANDRES ROJAS ROJAS" userId="ff4a2ee5-b92d-4cf2-97fa-1b800dd1f1dd" providerId="ADAL" clId="{41A92D29-8BD5-40EA-B071-4A942BDDCEE0}" dt="2020-04-22T09:31:49.568" v="1088" actId="20577"/>
          <ac:spMkLst>
            <pc:docMk/>
            <pc:sldMk cId="3676553905" sldId="378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4:02.665" v="1119" actId="680"/>
        <pc:sldMkLst>
          <pc:docMk/>
          <pc:sldMk cId="1772634602" sldId="379"/>
        </pc:sldMkLst>
      </pc:sldChg>
      <pc:sldChg chg="delSp modSp add">
        <pc:chgData name="CRISTOFHER ANDRES ROJAS ROJAS" userId="ff4a2ee5-b92d-4cf2-97fa-1b800dd1f1dd" providerId="ADAL" clId="{41A92D29-8BD5-40EA-B071-4A942BDDCEE0}" dt="2020-04-22T09:37:17.070" v="1261" actId="478"/>
        <pc:sldMkLst>
          <pc:docMk/>
          <pc:sldMk cId="3466318570" sldId="379"/>
        </pc:sldMkLst>
        <pc:spChg chg="mod">
          <ac:chgData name="CRISTOFHER ANDRES ROJAS ROJAS" userId="ff4a2ee5-b92d-4cf2-97fa-1b800dd1f1dd" providerId="ADAL" clId="{41A92D29-8BD5-40EA-B071-4A942BDDCEE0}" dt="2020-04-22T09:37:11.190" v="1260" actId="255"/>
          <ac:spMkLst>
            <pc:docMk/>
            <pc:sldMk cId="3466318570" sldId="379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7.070" v="1261" actId="478"/>
          <ac:picMkLst>
            <pc:docMk/>
            <pc:sldMk cId="3466318570" sldId="379"/>
            <ac:picMk id="1026" creationId="{63D32BC8-E533-4B11-B78D-DE8E985ECEC1}"/>
          </ac:picMkLst>
        </pc:picChg>
      </pc:sldChg>
      <pc:sldChg chg="delSp modSp add">
        <pc:chgData name="CRISTOFHER ANDRES ROJAS ROJAS" userId="ff4a2ee5-b92d-4cf2-97fa-1b800dd1f1dd" providerId="ADAL" clId="{41A92D29-8BD5-40EA-B071-4A942BDDCEE0}" dt="2020-04-22T09:37:18.574" v="1262" actId="478"/>
        <pc:sldMkLst>
          <pc:docMk/>
          <pc:sldMk cId="307181644" sldId="380"/>
        </pc:sldMkLst>
        <pc:spChg chg="mod">
          <ac:chgData name="CRISTOFHER ANDRES ROJAS ROJAS" userId="ff4a2ee5-b92d-4cf2-97fa-1b800dd1f1dd" providerId="ADAL" clId="{41A92D29-8BD5-40EA-B071-4A942BDDCEE0}" dt="2020-04-22T09:36:13.799" v="1247" actId="27636"/>
          <ac:spMkLst>
            <pc:docMk/>
            <pc:sldMk cId="307181644" sldId="380"/>
            <ac:spMk id="7" creationId="{00000000-0000-0000-0000-000000000000}"/>
          </ac:spMkLst>
        </pc:spChg>
        <pc:picChg chg="del">
          <ac:chgData name="CRISTOFHER ANDRES ROJAS ROJAS" userId="ff4a2ee5-b92d-4cf2-97fa-1b800dd1f1dd" providerId="ADAL" clId="{41A92D29-8BD5-40EA-B071-4A942BDDCEE0}" dt="2020-04-22T09:37:18.574" v="1262" actId="478"/>
          <ac:picMkLst>
            <pc:docMk/>
            <pc:sldMk cId="307181644" sldId="380"/>
            <ac:picMk id="1026" creationId="{63D32BC8-E533-4B11-B78D-DE8E985ECEC1}"/>
          </ac:picMkLst>
        </pc:picChg>
      </pc:sldChg>
      <pc:sldChg chg="new del">
        <pc:chgData name="CRISTOFHER ANDRES ROJAS ROJAS" userId="ff4a2ee5-b92d-4cf2-97fa-1b800dd1f1dd" providerId="ADAL" clId="{41A92D29-8BD5-40EA-B071-4A942BDDCEE0}" dt="2020-04-22T09:35:51.005" v="1240" actId="680"/>
        <pc:sldMkLst>
          <pc:docMk/>
          <pc:sldMk cId="2307093310" sldId="380"/>
        </pc:sldMkLst>
      </pc:sldChg>
      <pc:sldChg chg="modSp add del">
        <pc:chgData name="CRISTOFHER ANDRES ROJAS ROJAS" userId="ff4a2ee5-b92d-4cf2-97fa-1b800dd1f1dd" providerId="ADAL" clId="{41A92D29-8BD5-40EA-B071-4A942BDDCEE0}" dt="2020-04-22T09:38:19.948" v="1273" actId="47"/>
        <pc:sldMkLst>
          <pc:docMk/>
          <pc:sldMk cId="496455104" sldId="381"/>
        </pc:sldMkLst>
        <pc:spChg chg="mod">
          <ac:chgData name="CRISTOFHER ANDRES ROJAS ROJAS" userId="ff4a2ee5-b92d-4cf2-97fa-1b800dd1f1dd" providerId="ADAL" clId="{41A92D29-8BD5-40EA-B071-4A942BDDCEE0}" dt="2020-04-22T09:37:29.151" v="1267" actId="20577"/>
          <ac:spMkLst>
            <pc:docMk/>
            <pc:sldMk cId="496455104" sldId="381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1A92D29-8BD5-40EA-B071-4A942BDDCEE0}" dt="2020-04-22T09:37:24.949" v="1264" actId="680"/>
        <pc:sldMkLst>
          <pc:docMk/>
          <pc:sldMk cId="2656838744" sldId="381"/>
        </pc:sldMkLst>
      </pc:sldChg>
      <pc:sldMasterChg chg="delSldLayout">
        <pc:chgData name="CRISTOFHER ANDRES ROJAS ROJAS" userId="ff4a2ee5-b92d-4cf2-97fa-1b800dd1f1dd" providerId="ADAL" clId="{41A92D29-8BD5-40EA-B071-4A942BDDCEE0}" dt="2020-04-22T09:21:29.365" v="980" actId="47"/>
        <pc:sldMasterMkLst>
          <pc:docMk/>
          <pc:sldMasterMk cId="1093945410" sldId="2147483660"/>
        </pc:sldMasterMkLst>
        <pc:sldLayoutChg chg="del">
          <pc:chgData name="CRISTOFHER ANDRES ROJAS ROJAS" userId="ff4a2ee5-b92d-4cf2-97fa-1b800dd1f1dd" providerId="ADAL" clId="{41A92D29-8BD5-40EA-B071-4A942BDDCEE0}" dt="2020-04-22T09:21:29.365" v="980" actId="47"/>
          <pc:sldLayoutMkLst>
            <pc:docMk/>
            <pc:sldMasterMk cId="1093945410" sldId="2147483660"/>
            <pc:sldLayoutMk cId="216677509" sldId="2147483674"/>
          </pc:sldLayoutMkLst>
        </pc:sldLayoutChg>
      </pc:sldMasterChg>
    </pc:docChg>
  </pc:docChgLst>
  <pc:docChgLst>
    <pc:chgData name="Carlos Castro Bustamante" userId="6a1eae72-c265-4fa1-8efa-3defc8ba2bc8" providerId="ADAL" clId="{D0D3E5A9-2BD1-497F-A333-199AF21F03B7}"/>
    <pc:docChg chg="custSel modMainMaster">
      <pc:chgData name="Carlos Castro Bustamante" userId="6a1eae72-c265-4fa1-8efa-3defc8ba2bc8" providerId="ADAL" clId="{D0D3E5A9-2BD1-497F-A333-199AF21F03B7}" dt="2023-10-05T22:01:23.810" v="0" actId="478"/>
      <pc:docMkLst>
        <pc:docMk/>
      </pc:docMkLst>
      <pc:sldMasterChg chg="modSldLayout">
        <pc:chgData name="Carlos Castro Bustamante" userId="6a1eae72-c265-4fa1-8efa-3defc8ba2bc8" providerId="ADAL" clId="{D0D3E5A9-2BD1-497F-A333-199AF21F03B7}" dt="2023-10-05T22:01:23.810" v="0" actId="478"/>
        <pc:sldMasterMkLst>
          <pc:docMk/>
          <pc:sldMasterMk cId="1093945410" sldId="2147483660"/>
        </pc:sldMasterMkLst>
        <pc:sldLayoutChg chg="delSp mod">
          <pc:chgData name="Carlos Castro Bustamante" userId="6a1eae72-c265-4fa1-8efa-3defc8ba2bc8" providerId="ADAL" clId="{D0D3E5A9-2BD1-497F-A333-199AF21F03B7}" dt="2023-10-05T22:01:23.810" v="0" actId="478"/>
          <pc:sldLayoutMkLst>
            <pc:docMk/>
            <pc:sldMasterMk cId="1093945410" sldId="2147483660"/>
            <pc:sldLayoutMk cId="2738684286" sldId="2147483661"/>
          </pc:sldLayoutMkLst>
          <pc:spChg chg="del">
            <ac:chgData name="Carlos Castro Bustamante" userId="6a1eae72-c265-4fa1-8efa-3defc8ba2bc8" providerId="ADAL" clId="{D0D3E5A9-2BD1-497F-A333-199AF21F03B7}" dt="2023-10-05T22:01:23.810" v="0" actId="478"/>
            <ac:spMkLst>
              <pc:docMk/>
              <pc:sldMasterMk cId="1093945410" sldId="2147483660"/>
              <pc:sldLayoutMk cId="2738684286" sldId="2147483661"/>
              <ac:spMk id="9" creationId="{4BFCA498-348C-4A5E-9EF5-B337E69E3111}"/>
            </ac:spMkLst>
          </pc:spChg>
        </pc:sldLayoutChg>
      </pc:sldMasterChg>
    </pc:docChg>
  </pc:docChgLst>
  <pc:docChgLst>
    <pc:chgData name="CRISTOFHER ANDRES ROJAS ROJAS" userId="ff4a2ee5-b92d-4cf2-97fa-1b800dd1f1dd" providerId="ADAL" clId="{4578CC14-6DAD-489B-AF16-1125D7F8A148}"/>
    <pc:docChg chg="undo custSel mod addSld delSld modSld sldOrd">
      <pc:chgData name="CRISTOFHER ANDRES ROJAS ROJAS" userId="ff4a2ee5-b92d-4cf2-97fa-1b800dd1f1dd" providerId="ADAL" clId="{4578CC14-6DAD-489B-AF16-1125D7F8A148}" dt="2020-04-15T21:53:48.874" v="1229" actId="20577"/>
      <pc:docMkLst>
        <pc:docMk/>
      </pc:docMkLst>
      <pc:sldChg chg="addSp modSp">
        <pc:chgData name="CRISTOFHER ANDRES ROJAS ROJAS" userId="ff4a2ee5-b92d-4cf2-97fa-1b800dd1f1dd" providerId="ADAL" clId="{4578CC14-6DAD-489B-AF16-1125D7F8A148}" dt="2020-04-15T04:01:38.878" v="126" actId="20577"/>
        <pc:sldMkLst>
          <pc:docMk/>
          <pc:sldMk cId="2505037563" sldId="256"/>
        </pc:sldMkLst>
        <pc:spChg chg="mod">
          <ac:chgData name="CRISTOFHER ANDRES ROJAS ROJAS" userId="ff4a2ee5-b92d-4cf2-97fa-1b800dd1f1dd" providerId="ADAL" clId="{4578CC14-6DAD-489B-AF16-1125D7F8A148}" dt="2020-04-15T04:01:38.878" v="126" actId="20577"/>
          <ac:spMkLst>
            <pc:docMk/>
            <pc:sldMk cId="2505037563" sldId="256"/>
            <ac:spMk id="3" creationId="{00000000-0000-0000-0000-000000000000}"/>
          </ac:spMkLst>
        </pc:spChg>
        <pc:spChg chg="add mod">
          <ac:chgData name="CRISTOFHER ANDRES ROJAS ROJAS" userId="ff4a2ee5-b92d-4cf2-97fa-1b800dd1f1dd" providerId="ADAL" clId="{4578CC14-6DAD-489B-AF16-1125D7F8A148}" dt="2020-04-15T04:00:37.066" v="22" actId="20577"/>
          <ac:spMkLst>
            <pc:docMk/>
            <pc:sldMk cId="2505037563" sldId="256"/>
            <ac:spMk id="6" creationId="{4BFCA498-348C-4A5E-9EF5-B337E69E3111}"/>
          </ac:spMkLst>
        </pc:spChg>
        <pc:spChg chg="add mod">
          <ac:chgData name="CRISTOFHER ANDRES ROJAS ROJAS" userId="ff4a2ee5-b92d-4cf2-97fa-1b800dd1f1dd" providerId="ADAL" clId="{4578CC14-6DAD-489B-AF16-1125D7F8A148}" dt="2020-04-15T04:00:57.591" v="27" actId="1076"/>
          <ac:spMkLst>
            <pc:docMk/>
            <pc:sldMk cId="2505037563" sldId="256"/>
            <ac:spMk id="7" creationId="{8555F635-70D4-4AE3-859D-A80843BF7309}"/>
          </ac:spMkLst>
        </pc:spChg>
        <pc:spChg chg="add mod">
          <ac:chgData name="CRISTOFHER ANDRES ROJAS ROJAS" userId="ff4a2ee5-b92d-4cf2-97fa-1b800dd1f1dd" providerId="ADAL" clId="{4578CC14-6DAD-489B-AF16-1125D7F8A148}" dt="2020-04-15T04:01:29.468" v="103" actId="14100"/>
          <ac:spMkLst>
            <pc:docMk/>
            <pc:sldMk cId="2505037563" sldId="256"/>
            <ac:spMk id="8" creationId="{4B3C8749-A33F-49FE-B61E-25BC4F1F402D}"/>
          </ac:spMkLst>
        </pc:spChg>
      </pc:sldChg>
      <pc:sldChg chg="addSp delSp modSp mod setBg">
        <pc:chgData name="CRISTOFHER ANDRES ROJAS ROJAS" userId="ff4a2ee5-b92d-4cf2-97fa-1b800dd1f1dd" providerId="ADAL" clId="{4578CC14-6DAD-489B-AF16-1125D7F8A148}" dt="2020-04-15T04:31:02.303" v="1114" actId="20577"/>
        <pc:sldMkLst>
          <pc:docMk/>
          <pc:sldMk cId="1682723415" sldId="257"/>
        </pc:sldMkLst>
        <pc:spChg chg="mod">
          <ac:chgData name="CRISTOFHER ANDRES ROJAS ROJAS" userId="ff4a2ee5-b92d-4cf2-97fa-1b800dd1f1dd" providerId="ADAL" clId="{4578CC14-6DAD-489B-AF16-1125D7F8A148}" dt="2020-04-15T04:11:50.739" v="195" actId="14100"/>
          <ac:spMkLst>
            <pc:docMk/>
            <pc:sldMk cId="1682723415" sldId="257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2.574" v="251"/>
          <ac:spMkLst>
            <pc:docMk/>
            <pc:sldMk cId="1682723415" sldId="257"/>
            <ac:spMk id="6" creationId="{9EE24476-5CCE-461B-896C-E68598A6262D}"/>
          </ac:spMkLst>
        </pc:spChg>
        <pc:spChg chg="add">
          <ac:chgData name="CRISTOFHER ANDRES ROJAS ROJAS" userId="ff4a2ee5-b92d-4cf2-97fa-1b800dd1f1dd" providerId="ADAL" clId="{4578CC14-6DAD-489B-AF16-1125D7F8A148}" dt="2020-04-15T04:29:15.017" v="1094"/>
          <ac:spMkLst>
            <pc:docMk/>
            <pc:sldMk cId="1682723415" sldId="257"/>
            <ac:spMk id="7" creationId="{8802B3E2-C335-44FE-8B66-CC5BAD3D3B5B}"/>
          </ac:spMkLst>
        </pc:spChg>
        <pc:spChg chg="add del mod">
          <ac:chgData name="CRISTOFHER ANDRES ROJAS ROJAS" userId="ff4a2ee5-b92d-4cf2-97fa-1b800dd1f1dd" providerId="ADAL" clId="{4578CC14-6DAD-489B-AF16-1125D7F8A148}" dt="2020-04-15T04:29:25.471" v="1097" actId="478"/>
          <ac:spMkLst>
            <pc:docMk/>
            <pc:sldMk cId="1682723415" sldId="257"/>
            <ac:spMk id="8" creationId="{C9FA9AB8-0127-4B21-9B62-F265C3748864}"/>
          </ac:spMkLst>
        </pc:spChg>
        <pc:spChg chg="add mod">
          <ac:chgData name="CRISTOFHER ANDRES ROJAS ROJAS" userId="ff4a2ee5-b92d-4cf2-97fa-1b800dd1f1dd" providerId="ADAL" clId="{4578CC14-6DAD-489B-AF16-1125D7F8A148}" dt="2020-04-15T04:31:02.303" v="1114" actId="20577"/>
          <ac:spMkLst>
            <pc:docMk/>
            <pc:sldMk cId="1682723415" sldId="257"/>
            <ac:spMk id="9" creationId="{7657357B-CCE3-49B3-BAC6-B043C23EBB0D}"/>
          </ac:spMkLst>
        </pc:spChg>
        <pc:picChg chg="del mod">
          <ac:chgData name="CRISTOFHER ANDRES ROJAS ROJAS" userId="ff4a2ee5-b92d-4cf2-97fa-1b800dd1f1dd" providerId="ADAL" clId="{4578CC14-6DAD-489B-AF16-1125D7F8A148}" dt="2020-04-15T04:11:43.179" v="193" actId="478"/>
          <ac:picMkLst>
            <pc:docMk/>
            <pc:sldMk cId="1682723415" sldId="257"/>
            <ac:picMk id="4" creationId="{00000000-0000-0000-0000-000000000000}"/>
          </ac:picMkLst>
        </pc:picChg>
        <pc:picChg chg="add">
          <ac:chgData name="CRISTOFHER ANDRES ROJAS ROJAS" userId="ff4a2ee5-b92d-4cf2-97fa-1b800dd1f1dd" providerId="ADAL" clId="{4578CC14-6DAD-489B-AF16-1125D7F8A148}" dt="2020-04-15T04:11:40.931" v="192"/>
          <ac:picMkLst>
            <pc:docMk/>
            <pc:sldMk cId="1682723415" sldId="257"/>
            <ac:picMk id="5" creationId="{7FA56429-A415-4942-8596-E2E7D43B28E9}"/>
          </ac:picMkLst>
        </pc:picChg>
        <pc:picChg chg="add mod">
          <ac:chgData name="CRISTOFHER ANDRES ROJAS ROJAS" userId="ff4a2ee5-b92d-4cf2-97fa-1b800dd1f1dd" providerId="ADAL" clId="{4578CC14-6DAD-489B-AF16-1125D7F8A148}" dt="2020-04-15T04:11:55.665" v="196" actId="1076"/>
          <ac:picMkLst>
            <pc:docMk/>
            <pc:sldMk cId="1682723415" sldId="257"/>
            <ac:picMk id="2050" creationId="{EA2EA1A3-8C8E-48F3-B74B-E3391C7938B4}"/>
          </ac:picMkLst>
        </pc:picChg>
      </pc:sldChg>
      <pc:sldChg chg="add del">
        <pc:chgData name="CRISTOFHER ANDRES ROJAS ROJAS" userId="ff4a2ee5-b92d-4cf2-97fa-1b800dd1f1dd" providerId="ADAL" clId="{4578CC14-6DAD-489B-AF16-1125D7F8A148}" dt="2020-04-15T04:26:12.133" v="1093" actId="47"/>
        <pc:sldMkLst>
          <pc:docMk/>
          <pc:sldMk cId="354298414" sldId="258"/>
        </pc:sldMkLst>
      </pc:sldChg>
      <pc:sldChg chg="addSp modSp add ord setBg modAnim">
        <pc:chgData name="CRISTOFHER ANDRES ROJAS ROJAS" userId="ff4a2ee5-b92d-4cf2-97fa-1b800dd1f1dd" providerId="ADAL" clId="{4578CC14-6DAD-489B-AF16-1125D7F8A148}" dt="2020-04-15T04:12:40.053" v="204" actId="20577"/>
        <pc:sldMkLst>
          <pc:docMk/>
          <pc:sldMk cId="2707598819" sldId="260"/>
        </pc:sldMkLst>
        <pc:spChg chg="mod">
          <ac:chgData name="CRISTOFHER ANDRES ROJAS ROJAS" userId="ff4a2ee5-b92d-4cf2-97fa-1b800dd1f1dd" providerId="ADAL" clId="{4578CC14-6DAD-489B-AF16-1125D7F8A148}" dt="2020-04-15T04:12:40.053" v="204" actId="20577"/>
          <ac:spMkLst>
            <pc:docMk/>
            <pc:sldMk cId="2707598819" sldId="260"/>
            <ac:spMk id="3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02:19.695" v="137"/>
          <ac:picMkLst>
            <pc:docMk/>
            <pc:sldMk cId="2707598819" sldId="260"/>
            <ac:picMk id="6" creationId="{14A43F8F-EE3E-4CF8-8778-4D390B492303}"/>
          </ac:picMkLst>
        </pc:picChg>
      </pc:sldChg>
      <pc:sldChg chg="addSp delSp modSp add">
        <pc:chgData name="CRISTOFHER ANDRES ROJAS ROJAS" userId="ff4a2ee5-b92d-4cf2-97fa-1b800dd1f1dd" providerId="ADAL" clId="{4578CC14-6DAD-489B-AF16-1125D7F8A148}" dt="2020-04-15T04:30:55.976" v="1111" actId="20577"/>
        <pc:sldMkLst>
          <pc:docMk/>
          <pc:sldMk cId="1882310351" sldId="261"/>
        </pc:sldMkLst>
        <pc:spChg chg="add del">
          <ac:chgData name="CRISTOFHER ANDRES ROJAS ROJAS" userId="ff4a2ee5-b92d-4cf2-97fa-1b800dd1f1dd" providerId="ADAL" clId="{4578CC14-6DAD-489B-AF16-1125D7F8A148}" dt="2020-04-15T04:02:12.546" v="136"/>
          <ac:spMkLst>
            <pc:docMk/>
            <pc:sldMk cId="1882310351" sldId="261"/>
            <ac:spMk id="2" creationId="{D92B95A6-A961-4A47-BD41-21CFA2D9CA5B}"/>
          </ac:spMkLst>
        </pc:spChg>
        <pc:spChg chg="del">
          <ac:chgData name="CRISTOFHER ANDRES ROJAS ROJAS" userId="ff4a2ee5-b92d-4cf2-97fa-1b800dd1f1dd" providerId="ADAL" clId="{4578CC14-6DAD-489B-AF16-1125D7F8A148}" dt="2020-04-15T04:06:10.248" v="187"/>
          <ac:spMkLst>
            <pc:docMk/>
            <pc:sldMk cId="1882310351" sldId="261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30:33.876" v="1106"/>
          <ac:spMkLst>
            <pc:docMk/>
            <pc:sldMk cId="1882310351" sldId="261"/>
            <ac:spMk id="5" creationId="{EB9C76F5-89E9-4A73-A1BC-3FF42FAE91EC}"/>
          </ac:spMkLst>
        </pc:spChg>
        <pc:spChg chg="add">
          <ac:chgData name="CRISTOFHER ANDRES ROJAS ROJAS" userId="ff4a2ee5-b92d-4cf2-97fa-1b800dd1f1dd" providerId="ADAL" clId="{4578CC14-6DAD-489B-AF16-1125D7F8A148}" dt="2020-04-15T04:15:14.319" v="252"/>
          <ac:spMkLst>
            <pc:docMk/>
            <pc:sldMk cId="1882310351" sldId="261"/>
            <ac:spMk id="6" creationId="{5ED49165-F672-435F-BA1C-4889BBBB405F}"/>
          </ac:spMkLst>
        </pc:spChg>
        <pc:spChg chg="add mod">
          <ac:chgData name="CRISTOFHER ANDRES ROJAS ROJAS" userId="ff4a2ee5-b92d-4cf2-97fa-1b800dd1f1dd" providerId="ADAL" clId="{4578CC14-6DAD-489B-AF16-1125D7F8A148}" dt="2020-04-15T04:30:55.976" v="1111" actId="20577"/>
          <ac:spMkLst>
            <pc:docMk/>
            <pc:sldMk cId="1882310351" sldId="261"/>
            <ac:spMk id="7" creationId="{A33176D2-3CBE-4FD0-928E-F0C18BCE4138}"/>
          </ac:spMkLst>
        </pc:spChg>
        <pc:picChg chg="add">
          <ac:chgData name="CRISTOFHER ANDRES ROJAS ROJAS" userId="ff4a2ee5-b92d-4cf2-97fa-1b800dd1f1dd" providerId="ADAL" clId="{4578CC14-6DAD-489B-AF16-1125D7F8A148}" dt="2020-04-15T04:06:10.248" v="187"/>
          <ac:picMkLst>
            <pc:docMk/>
            <pc:sldMk cId="1882310351" sldId="261"/>
            <ac:picMk id="1026" creationId="{C4A1D1E8-E136-467D-B331-0899B1DF1AAA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2:06.937" v="198" actId="680"/>
        <pc:sldMkLst>
          <pc:docMk/>
          <pc:sldMk cId="2327098000" sldId="262"/>
        </pc:sldMkLst>
      </pc:sldChg>
      <pc:sldChg chg="addSp delSp modSp add setBg">
        <pc:chgData name="CRISTOFHER ANDRES ROJAS ROJAS" userId="ff4a2ee5-b92d-4cf2-97fa-1b800dd1f1dd" providerId="ADAL" clId="{4578CC14-6DAD-489B-AF16-1125D7F8A148}" dt="2020-04-15T04:37:45.374" v="1191" actId="313"/>
        <pc:sldMkLst>
          <pc:docMk/>
          <pc:sldMk cId="2659890596" sldId="262"/>
        </pc:sldMkLst>
        <pc:spChg chg="mod">
          <ac:chgData name="CRISTOFHER ANDRES ROJAS ROJAS" userId="ff4a2ee5-b92d-4cf2-97fa-1b800dd1f1dd" providerId="ADAL" clId="{4578CC14-6DAD-489B-AF16-1125D7F8A148}" dt="2020-04-15T04:37:45.374" v="1191" actId="313"/>
          <ac:spMkLst>
            <pc:docMk/>
            <pc:sldMk cId="2659890596" sldId="262"/>
            <ac:spMk id="3" creationId="{00000000-0000-0000-0000-000000000000}"/>
          </ac:spMkLst>
        </pc:spChg>
        <pc:spChg chg="add">
          <ac:chgData name="CRISTOFHER ANDRES ROJAS ROJAS" userId="ff4a2ee5-b92d-4cf2-97fa-1b800dd1f1dd" providerId="ADAL" clId="{4578CC14-6DAD-489B-AF16-1125D7F8A148}" dt="2020-04-15T04:15:10.609" v="250"/>
          <ac:spMkLst>
            <pc:docMk/>
            <pc:sldMk cId="2659890596" sldId="262"/>
            <ac:spMk id="6" creationId="{F6D51BFA-A881-494A-9605-EC6E4DF387C7}"/>
          </ac:spMkLst>
        </pc:spChg>
        <pc:spChg chg="add mod">
          <ac:chgData name="CRISTOFHER ANDRES ROJAS ROJAS" userId="ff4a2ee5-b92d-4cf2-97fa-1b800dd1f1dd" providerId="ADAL" clId="{4578CC14-6DAD-489B-AF16-1125D7F8A148}" dt="2020-04-15T04:31:13.923" v="1117" actId="20577"/>
          <ac:spMkLst>
            <pc:docMk/>
            <pc:sldMk cId="2659890596" sldId="262"/>
            <ac:spMk id="7" creationId="{A5E2500C-D187-4F08-8D98-3D33BFEA4C8C}"/>
          </ac:spMkLst>
        </pc:spChg>
        <pc:spChg chg="add">
          <ac:chgData name="CRISTOFHER ANDRES ROJAS ROJAS" userId="ff4a2ee5-b92d-4cf2-97fa-1b800dd1f1dd" providerId="ADAL" clId="{4578CC14-6DAD-489B-AF16-1125D7F8A148}" dt="2020-04-15T04:30:15.177" v="1105"/>
          <ac:spMkLst>
            <pc:docMk/>
            <pc:sldMk cId="2659890596" sldId="262"/>
            <ac:spMk id="8" creationId="{683E8BFC-0054-4F07-9CCE-C745DB417197}"/>
          </ac:spMkLst>
        </pc:spChg>
        <pc:picChg chg="del">
          <ac:chgData name="CRISTOFHER ANDRES ROJAS ROJAS" userId="ff4a2ee5-b92d-4cf2-97fa-1b800dd1f1dd" providerId="ADAL" clId="{4578CC14-6DAD-489B-AF16-1125D7F8A148}" dt="2020-04-15T04:31:19.190" v="1118" actId="478"/>
          <ac:picMkLst>
            <pc:docMk/>
            <pc:sldMk cId="2659890596" sldId="262"/>
            <ac:picMk id="2050" creationId="{EA2EA1A3-8C8E-48F3-B74B-E3391C7938B4}"/>
          </ac:picMkLst>
        </pc:picChg>
      </pc:sldChg>
      <pc:sldChg chg="new del">
        <pc:chgData name="CRISTOFHER ANDRES ROJAS ROJAS" userId="ff4a2ee5-b92d-4cf2-97fa-1b800dd1f1dd" providerId="ADAL" clId="{4578CC14-6DAD-489B-AF16-1125D7F8A148}" dt="2020-04-15T04:13:23.240" v="207" actId="47"/>
        <pc:sldMkLst>
          <pc:docMk/>
          <pc:sldMk cId="3893239548" sldId="263"/>
        </pc:sldMkLst>
      </pc:sldChg>
      <pc:sldChg chg="addSp delSp modSp add delAnim modAnim">
        <pc:chgData name="CRISTOFHER ANDRES ROJAS ROJAS" userId="ff4a2ee5-b92d-4cf2-97fa-1b800dd1f1dd" providerId="ADAL" clId="{4578CC14-6DAD-489B-AF16-1125D7F8A148}" dt="2020-04-15T04:15:24.325" v="253"/>
        <pc:sldMkLst>
          <pc:docMk/>
          <pc:sldMk cId="1702473761" sldId="346"/>
        </pc:sldMkLst>
        <pc:spChg chg="mod">
          <ac:chgData name="CRISTOFHER ANDRES ROJAS ROJAS" userId="ff4a2ee5-b92d-4cf2-97fa-1b800dd1f1dd" providerId="ADAL" clId="{4578CC14-6DAD-489B-AF16-1125D7F8A148}" dt="2020-04-15T04:13:41.646" v="209"/>
          <ac:spMkLst>
            <pc:docMk/>
            <pc:sldMk cId="1702473761" sldId="346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4:49.433" v="247" actId="14100"/>
          <ac:spMkLst>
            <pc:docMk/>
            <pc:sldMk cId="1702473761" sldId="346"/>
            <ac:spMk id="7" creationId="{00000000-0000-0000-0000-000000000000}"/>
          </ac:spMkLst>
        </pc:spChg>
        <pc:spChg chg="del mod">
          <ac:chgData name="CRISTOFHER ANDRES ROJAS ROJAS" userId="ff4a2ee5-b92d-4cf2-97fa-1b800dd1f1dd" providerId="ADAL" clId="{4578CC14-6DAD-489B-AF16-1125D7F8A148}" dt="2020-04-15T04:13:47.561" v="211" actId="478"/>
          <ac:spMkLst>
            <pc:docMk/>
            <pc:sldMk cId="1702473761" sldId="346"/>
            <ac:spMk id="11" creationId="{ECF0F7E9-AD65-824A-AADF-DE6D17116FFB}"/>
          </ac:spMkLst>
        </pc:spChg>
        <pc:picChg chg="add">
          <ac:chgData name="CRISTOFHER ANDRES ROJAS ROJAS" userId="ff4a2ee5-b92d-4cf2-97fa-1b800dd1f1dd" providerId="ADAL" clId="{4578CC14-6DAD-489B-AF16-1125D7F8A148}" dt="2020-04-15T04:15:24.325" v="253"/>
          <ac:picMkLst>
            <pc:docMk/>
            <pc:sldMk cId="1702473761" sldId="346"/>
            <ac:picMk id="8" creationId="{6C881E53-0394-443D-BA24-2DCFD2138668}"/>
          </ac:picMkLst>
        </pc:picChg>
      </pc:sldChg>
      <pc:sldChg chg="addSp modSp add modAnim">
        <pc:chgData name="CRISTOFHER ANDRES ROJAS ROJAS" userId="ff4a2ee5-b92d-4cf2-97fa-1b800dd1f1dd" providerId="ADAL" clId="{4578CC14-6DAD-489B-AF16-1125D7F8A148}" dt="2020-04-15T04:16:49.886" v="297"/>
        <pc:sldMkLst>
          <pc:docMk/>
          <pc:sldMk cId="1942762564" sldId="347"/>
        </pc:sldMkLst>
        <pc:spChg chg="mod">
          <ac:chgData name="CRISTOFHER ANDRES ROJAS ROJAS" userId="ff4a2ee5-b92d-4cf2-97fa-1b800dd1f1dd" providerId="ADAL" clId="{4578CC14-6DAD-489B-AF16-1125D7F8A148}" dt="2020-04-15T04:16:01.966" v="279" actId="20577"/>
          <ac:spMkLst>
            <pc:docMk/>
            <pc:sldMk cId="1942762564" sldId="347"/>
            <ac:spMk id="7" creationId="{00000000-0000-0000-0000-000000000000}"/>
          </ac:spMkLst>
        </pc:spChg>
        <pc:picChg chg="add">
          <ac:chgData name="CRISTOFHER ANDRES ROJAS ROJAS" userId="ff4a2ee5-b92d-4cf2-97fa-1b800dd1f1dd" providerId="ADAL" clId="{4578CC14-6DAD-489B-AF16-1125D7F8A148}" dt="2020-04-15T04:15:25.827" v="254"/>
          <ac:picMkLst>
            <pc:docMk/>
            <pc:sldMk cId="1942762564" sldId="347"/>
            <ac:picMk id="8" creationId="{5E349BF5-ED26-4D00-9B68-548253104712}"/>
          </ac:picMkLst>
        </pc:picChg>
      </pc:sldChg>
      <pc:sldChg chg="modSp add modAnim">
        <pc:chgData name="CRISTOFHER ANDRES ROJAS ROJAS" userId="ff4a2ee5-b92d-4cf2-97fa-1b800dd1f1dd" providerId="ADAL" clId="{4578CC14-6DAD-489B-AF16-1125D7F8A148}" dt="2020-04-15T04:18:58.616" v="470"/>
        <pc:sldMkLst>
          <pc:docMk/>
          <pc:sldMk cId="1444201569" sldId="348"/>
        </pc:sldMkLst>
        <pc:spChg chg="mod">
          <ac:chgData name="CRISTOFHER ANDRES ROJAS ROJAS" userId="ff4a2ee5-b92d-4cf2-97fa-1b800dd1f1dd" providerId="ADAL" clId="{4578CC14-6DAD-489B-AF16-1125D7F8A148}" dt="2020-04-15T04:16:16.507" v="291" actId="20577"/>
          <ac:spMkLst>
            <pc:docMk/>
            <pc:sldMk cId="1444201569" sldId="348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18:47.846" v="469" actId="20577"/>
          <ac:spMkLst>
            <pc:docMk/>
            <pc:sldMk cId="1444201569" sldId="348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04:20:09.457" v="609" actId="20577"/>
        <pc:sldMkLst>
          <pc:docMk/>
          <pc:sldMk cId="3873343043" sldId="349"/>
        </pc:sldMkLst>
        <pc:spChg chg="mod">
          <ac:chgData name="CRISTOFHER ANDRES ROJAS ROJAS" userId="ff4a2ee5-b92d-4cf2-97fa-1b800dd1f1dd" providerId="ADAL" clId="{4578CC14-6DAD-489B-AF16-1125D7F8A148}" dt="2020-04-15T04:19:04.949" v="473" actId="20577"/>
          <ac:spMkLst>
            <pc:docMk/>
            <pc:sldMk cId="3873343043" sldId="349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04:20:09.457" v="609" actId="20577"/>
          <ac:spMkLst>
            <pc:docMk/>
            <pc:sldMk cId="3873343043" sldId="349"/>
            <ac:spMk id="7" creationId="{00000000-0000-0000-0000-000000000000}"/>
          </ac:spMkLst>
        </pc:spChg>
      </pc:sldChg>
      <pc:sldChg chg="new del">
        <pc:chgData name="CRISTOFHER ANDRES ROJAS ROJAS" userId="ff4a2ee5-b92d-4cf2-97fa-1b800dd1f1dd" providerId="ADAL" clId="{4578CC14-6DAD-489B-AF16-1125D7F8A148}" dt="2020-04-15T04:20:13.617" v="611" actId="680"/>
        <pc:sldMkLst>
          <pc:docMk/>
          <pc:sldMk cId="909507210" sldId="350"/>
        </pc:sldMkLst>
      </pc:sldChg>
      <pc:sldChg chg="modSp add modAnim">
        <pc:chgData name="CRISTOFHER ANDRES ROJAS ROJAS" userId="ff4a2ee5-b92d-4cf2-97fa-1b800dd1f1dd" providerId="ADAL" clId="{4578CC14-6DAD-489B-AF16-1125D7F8A148}" dt="2020-04-15T21:53:48.874" v="1229" actId="20577"/>
        <pc:sldMkLst>
          <pc:docMk/>
          <pc:sldMk cId="2108958779" sldId="350"/>
        </pc:sldMkLst>
        <pc:spChg chg="mod">
          <ac:chgData name="CRISTOFHER ANDRES ROJAS ROJAS" userId="ff4a2ee5-b92d-4cf2-97fa-1b800dd1f1dd" providerId="ADAL" clId="{4578CC14-6DAD-489B-AF16-1125D7F8A148}" dt="2020-04-15T04:23:17.050" v="1028" actId="20577"/>
          <ac:spMkLst>
            <pc:docMk/>
            <pc:sldMk cId="2108958779" sldId="350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48.874" v="1229" actId="20577"/>
          <ac:spMkLst>
            <pc:docMk/>
            <pc:sldMk cId="2108958779" sldId="350"/>
            <ac:spMk id="7" creationId="{00000000-0000-0000-0000-000000000000}"/>
          </ac:spMkLst>
        </pc:spChg>
      </pc:sldChg>
      <pc:sldChg chg="modSp add modAnim">
        <pc:chgData name="CRISTOFHER ANDRES ROJAS ROJAS" userId="ff4a2ee5-b92d-4cf2-97fa-1b800dd1f1dd" providerId="ADAL" clId="{4578CC14-6DAD-489B-AF16-1125D7F8A148}" dt="2020-04-15T21:53:23.391" v="1194" actId="13926"/>
        <pc:sldMkLst>
          <pc:docMk/>
          <pc:sldMk cId="3196129465" sldId="351"/>
        </pc:sldMkLst>
        <pc:spChg chg="mod">
          <ac:chgData name="CRISTOFHER ANDRES ROJAS ROJAS" userId="ff4a2ee5-b92d-4cf2-97fa-1b800dd1f1dd" providerId="ADAL" clId="{4578CC14-6DAD-489B-AF16-1125D7F8A148}" dt="2020-04-15T04:23:26.668" v="1034" actId="20577"/>
          <ac:spMkLst>
            <pc:docMk/>
            <pc:sldMk cId="3196129465" sldId="351"/>
            <ac:spMk id="6" creationId="{00000000-0000-0000-0000-000000000000}"/>
          </ac:spMkLst>
        </pc:spChg>
        <pc:spChg chg="mod">
          <ac:chgData name="CRISTOFHER ANDRES ROJAS ROJAS" userId="ff4a2ee5-b92d-4cf2-97fa-1b800dd1f1dd" providerId="ADAL" clId="{4578CC14-6DAD-489B-AF16-1125D7F8A148}" dt="2020-04-15T21:53:23.391" v="1194" actId="13926"/>
          <ac:spMkLst>
            <pc:docMk/>
            <pc:sldMk cId="3196129465" sldId="351"/>
            <ac:spMk id="7" creationId="{00000000-0000-0000-0000-000000000000}"/>
          </ac:spMkLst>
        </pc:spChg>
      </pc:sldChg>
      <pc:sldChg chg="modSp add">
        <pc:chgData name="CRISTOFHER ANDRES ROJAS ROJAS" userId="ff4a2ee5-b92d-4cf2-97fa-1b800dd1f1dd" providerId="ADAL" clId="{4578CC14-6DAD-489B-AF16-1125D7F8A148}" dt="2020-04-15T21:53:20.465" v="1193" actId="13926"/>
        <pc:sldMkLst>
          <pc:docMk/>
          <pc:sldMk cId="736109266" sldId="352"/>
        </pc:sldMkLst>
        <pc:spChg chg="mod">
          <ac:chgData name="CRISTOFHER ANDRES ROJAS ROJAS" userId="ff4a2ee5-b92d-4cf2-97fa-1b800dd1f1dd" providerId="ADAL" clId="{4578CC14-6DAD-489B-AF16-1125D7F8A148}" dt="2020-04-15T21:53:20.465" v="1193" actId="13926"/>
          <ac:spMkLst>
            <pc:docMk/>
            <pc:sldMk cId="736109266" sldId="352"/>
            <ac:spMk id="7" creationId="{00000000-0000-0000-0000-000000000000}"/>
          </ac:spMkLst>
        </pc:spChg>
      </pc:sldChg>
      <pc:sldChg chg="add del">
        <pc:chgData name="CRISTOFHER ANDRES ROJAS ROJAS" userId="ff4a2ee5-b92d-4cf2-97fa-1b800dd1f1dd" providerId="ADAL" clId="{4578CC14-6DAD-489B-AF16-1125D7F8A148}" dt="2020-04-15T04:38:00.811" v="1192" actId="47"/>
        <pc:sldMkLst>
          <pc:docMk/>
          <pc:sldMk cId="2583594277" sldId="353"/>
        </pc:sldMkLst>
      </pc:sldChg>
      <pc:sldChg chg="new del">
        <pc:chgData name="CRISTOFHER ANDRES ROJAS ROJAS" userId="ff4a2ee5-b92d-4cf2-97fa-1b800dd1f1dd" providerId="ADAL" clId="{4578CC14-6DAD-489B-AF16-1125D7F8A148}" dt="2020-04-15T04:24:47.406" v="1082" actId="680"/>
        <pc:sldMkLst>
          <pc:docMk/>
          <pc:sldMk cId="2702834430" sldId="353"/>
        </pc:sldMkLst>
      </pc:sldChg>
      <pc:sldChg chg="new del">
        <pc:chgData name="CRISTOFHER ANDRES ROJAS ROJAS" userId="ff4a2ee5-b92d-4cf2-97fa-1b800dd1f1dd" providerId="ADAL" clId="{4578CC14-6DAD-489B-AF16-1125D7F8A148}" dt="2020-04-15T04:25:22.445" v="1086" actId="47"/>
        <pc:sldMkLst>
          <pc:docMk/>
          <pc:sldMk cId="3521599848" sldId="354"/>
        </pc:sldMkLst>
      </pc:sldChg>
      <pc:sldChg chg="addSp modSp add setBg modAnim">
        <pc:chgData name="CRISTOFHER ANDRES ROJAS ROJAS" userId="ff4a2ee5-b92d-4cf2-97fa-1b800dd1f1dd" providerId="ADAL" clId="{4578CC14-6DAD-489B-AF16-1125D7F8A148}" dt="2020-04-15T04:25:59.993" v="1091" actId="20577"/>
        <pc:sldMkLst>
          <pc:docMk/>
          <pc:sldMk cId="2010018448" sldId="374"/>
        </pc:sldMkLst>
        <pc:spChg chg="mod">
          <ac:chgData name="CRISTOFHER ANDRES ROJAS ROJAS" userId="ff4a2ee5-b92d-4cf2-97fa-1b800dd1f1dd" providerId="ADAL" clId="{4578CC14-6DAD-489B-AF16-1125D7F8A148}" dt="2020-04-15T04:25:59.993" v="1091" actId="20577"/>
          <ac:spMkLst>
            <pc:docMk/>
            <pc:sldMk cId="2010018448" sldId="374"/>
            <ac:spMk id="10" creationId="{C1287916-9F87-E541-93BB-A3CA78185987}"/>
          </ac:spMkLst>
        </pc:spChg>
        <pc:picChg chg="add">
          <ac:chgData name="CRISTOFHER ANDRES ROJAS ROJAS" userId="ff4a2ee5-b92d-4cf2-97fa-1b800dd1f1dd" providerId="ADAL" clId="{4578CC14-6DAD-489B-AF16-1125D7F8A148}" dt="2020-04-15T04:25:35.192" v="1088"/>
          <ac:picMkLst>
            <pc:docMk/>
            <pc:sldMk cId="2010018448" sldId="374"/>
            <ac:picMk id="7" creationId="{2DA9AD06-6661-4ED3-B11D-65DB91FEA491}"/>
          </ac:picMkLst>
        </pc:picChg>
      </pc:sldChg>
      <pc:sldChg chg="add">
        <pc:chgData name="CRISTOFHER ANDRES ROJAS ROJAS" userId="ff4a2ee5-b92d-4cf2-97fa-1b800dd1f1dd" providerId="ADAL" clId="{4578CC14-6DAD-489B-AF16-1125D7F8A148}" dt="2020-04-15T04:26:10.430" v="1092"/>
        <pc:sldMkLst>
          <pc:docMk/>
          <pc:sldMk cId="2452545310" sldId="3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21A3B-4B54-478E-9548-A91E1B1C5643}" type="datetimeFigureOut">
              <a:rPr lang="es-CL" smtClean="0"/>
              <a:t>18-11-25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622E4-1B15-4ED3-B8E2-3FF910AB6EC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718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7630" y="2417441"/>
            <a:ext cx="11759804" cy="1668070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75261" y="4409758"/>
            <a:ext cx="9684545" cy="198871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9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69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7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25A25-5545-4DC3-82F0-B0FDAC671EBD}" type="datetime1">
              <a:rPr lang="es-ES" smtClean="0"/>
              <a:t>18/11/25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8620" y="0"/>
            <a:ext cx="8099801" cy="45321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35361" y="716679"/>
            <a:ext cx="2548466" cy="87804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09357" y="7328707"/>
            <a:ext cx="8099801" cy="45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68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5" y="311638"/>
            <a:ext cx="10668503" cy="1296988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6CFD9-E906-4A4B-952A-0B18D04055BA}" type="datetime1">
              <a:rPr lang="es-ES" smtClean="0"/>
              <a:t>18/11/25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4A43F8F-EE3E-4CF8-8778-4D390B4923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9220" y="335644"/>
            <a:ext cx="2048314" cy="70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0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2875" y="5000611"/>
            <a:ext cx="11759804" cy="1545577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92875" y="3298312"/>
            <a:ext cx="11759804" cy="1702296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939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5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69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38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7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1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18F2F-B09A-4360-91A4-0970B48AAFB9}" type="datetime1">
              <a:rPr lang="es-ES" smtClean="0"/>
              <a:t>18/11/25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154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9175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7032824" y="1815786"/>
            <a:ext cx="6110486" cy="51357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774F7-C1E2-463E-B987-CB30F12A832E}" type="datetime1">
              <a:rPr lang="es-ES" smtClean="0"/>
              <a:t>18/11/25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694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4" y="1741927"/>
            <a:ext cx="6112888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91754" y="2467879"/>
            <a:ext cx="6112888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7028021" y="1741927"/>
            <a:ext cx="6115290" cy="725952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9396" indent="0">
              <a:buNone/>
              <a:defRPr sz="2200" b="1"/>
            </a:lvl2pPr>
            <a:lvl3pPr marL="1018793" indent="0">
              <a:buNone/>
              <a:defRPr sz="2000" b="1"/>
            </a:lvl3pPr>
            <a:lvl4pPr marL="1528191" indent="0">
              <a:buNone/>
              <a:defRPr sz="1800" b="1"/>
            </a:lvl4pPr>
            <a:lvl5pPr marL="2037587" indent="0">
              <a:buNone/>
              <a:defRPr sz="1800" b="1"/>
            </a:lvl5pPr>
            <a:lvl6pPr marL="2546984" indent="0">
              <a:buNone/>
              <a:defRPr sz="1800" b="1"/>
            </a:lvl6pPr>
            <a:lvl7pPr marL="3056381" indent="0">
              <a:buNone/>
              <a:defRPr sz="1800" b="1"/>
            </a:lvl7pPr>
            <a:lvl8pPr marL="3565779" indent="0">
              <a:buNone/>
              <a:defRPr sz="1800" b="1"/>
            </a:lvl8pPr>
            <a:lvl9pPr marL="4075175" indent="0">
              <a:buNone/>
              <a:defRPr sz="18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7028021" y="2467879"/>
            <a:ext cx="6115290" cy="4483614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9CE3E-D85E-4C07-8DF3-EE81179FC87C}" type="datetime1">
              <a:rPr lang="es-ES" smtClean="0"/>
              <a:t>18/11/25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293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8DCAB-65C6-4818-B03E-FEB86B5BD72A}" type="datetime1">
              <a:rPr lang="es-ES" smtClean="0"/>
              <a:t>18/11/25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6677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C3DC4-CADC-432B-90E3-19D9DE894AD9}" type="datetime1">
              <a:rPr lang="es-ES" smtClean="0"/>
              <a:t>18/11/25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094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91756" y="309836"/>
            <a:ext cx="4551641" cy="131860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09125" y="309840"/>
            <a:ext cx="7734184" cy="6641657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91756" y="1628444"/>
            <a:ext cx="4551641" cy="5323053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0F5A9-E6B8-4D75-B6F0-6363C62A9461}" type="datetime1">
              <a:rPr lang="es-ES" smtClean="0"/>
              <a:t>18/11/25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7748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11771" y="5447348"/>
            <a:ext cx="8301038" cy="643090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711771" y="695332"/>
            <a:ext cx="8301038" cy="4669155"/>
          </a:xfrm>
        </p:spPr>
        <p:txBody>
          <a:bodyPr/>
          <a:lstStyle>
            <a:lvl1pPr marL="0" indent="0">
              <a:buNone/>
              <a:defRPr sz="3600"/>
            </a:lvl1pPr>
            <a:lvl2pPr marL="509396" indent="0">
              <a:buNone/>
              <a:defRPr sz="3100"/>
            </a:lvl2pPr>
            <a:lvl3pPr marL="1018793" indent="0">
              <a:buNone/>
              <a:defRPr sz="2700"/>
            </a:lvl3pPr>
            <a:lvl4pPr marL="1528191" indent="0">
              <a:buNone/>
              <a:defRPr sz="2200"/>
            </a:lvl4pPr>
            <a:lvl5pPr marL="2037587" indent="0">
              <a:buNone/>
              <a:defRPr sz="2200"/>
            </a:lvl5pPr>
            <a:lvl6pPr marL="2546984" indent="0">
              <a:buNone/>
              <a:defRPr sz="2200"/>
            </a:lvl6pPr>
            <a:lvl7pPr marL="3056381" indent="0">
              <a:buNone/>
              <a:defRPr sz="2200"/>
            </a:lvl7pPr>
            <a:lvl8pPr marL="3565779" indent="0">
              <a:buNone/>
              <a:defRPr sz="2200"/>
            </a:lvl8pPr>
            <a:lvl9pPr marL="4075175" indent="0">
              <a:buNone/>
              <a:defRPr sz="22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711771" y="6090441"/>
            <a:ext cx="8301038" cy="913295"/>
          </a:xfrm>
        </p:spPr>
        <p:txBody>
          <a:bodyPr/>
          <a:lstStyle>
            <a:lvl1pPr marL="0" indent="0">
              <a:buNone/>
              <a:defRPr sz="1600"/>
            </a:lvl1pPr>
            <a:lvl2pPr marL="509396" indent="0">
              <a:buNone/>
              <a:defRPr sz="1300"/>
            </a:lvl2pPr>
            <a:lvl3pPr marL="1018793" indent="0">
              <a:buNone/>
              <a:defRPr sz="1100"/>
            </a:lvl3pPr>
            <a:lvl4pPr marL="1528191" indent="0">
              <a:buNone/>
              <a:defRPr sz="1000"/>
            </a:lvl4pPr>
            <a:lvl5pPr marL="2037587" indent="0">
              <a:buNone/>
              <a:defRPr sz="1000"/>
            </a:lvl5pPr>
            <a:lvl6pPr marL="2546984" indent="0">
              <a:buNone/>
              <a:defRPr sz="1000"/>
            </a:lvl6pPr>
            <a:lvl7pPr marL="3056381" indent="0">
              <a:buNone/>
              <a:defRPr sz="1000"/>
            </a:lvl7pPr>
            <a:lvl8pPr marL="3565779" indent="0">
              <a:buNone/>
              <a:defRPr sz="1000"/>
            </a:lvl8pPr>
            <a:lvl9pPr marL="4075175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E2EF4-72E9-446C-B6F6-A2528C8C469D}" type="datetime1">
              <a:rPr lang="es-ES" smtClean="0"/>
              <a:t>18/11/25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18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0D30-77A6-428E-A786-7D3A7FF1AFD9}" type="datetime1">
              <a:rPr lang="es-ES" smtClean="0"/>
              <a:t>18/11/25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886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030422" y="311642"/>
            <a:ext cx="3112889" cy="663985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91755" y="311642"/>
            <a:ext cx="9108083" cy="663985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9518D-84EB-452F-B513-69E23E37C6C5}" type="datetime1">
              <a:rPr lang="es-ES" smtClean="0"/>
              <a:t>18/11/25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94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91755" y="311638"/>
            <a:ext cx="12451557" cy="1296988"/>
          </a:xfrm>
          <a:prstGeom prst="rect">
            <a:avLst/>
          </a:prstGeom>
        </p:spPr>
        <p:txBody>
          <a:bodyPr vert="horz" lIns="101882" tIns="50941" rIns="101882" bIns="50941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91755" y="1815786"/>
            <a:ext cx="12451557" cy="5135711"/>
          </a:xfrm>
          <a:prstGeom prst="rect">
            <a:avLst/>
          </a:prstGeom>
        </p:spPr>
        <p:txBody>
          <a:bodyPr vert="horz" lIns="101882" tIns="50941" rIns="101882" bIns="50941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91754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3FFE4-C8E7-42C6-B2A3-B6F9AD8D08AE}" type="datetime1">
              <a:rPr lang="es-ES" smtClean="0"/>
              <a:t>18/11/25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726980" y="7212695"/>
            <a:ext cx="4381104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9915129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A54BD-AC63-BC40-87B5-8F267BC056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94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509396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048" indent="-382048" algn="l" defTabSz="509396" rtl="0" eaLnBrk="1" latinLnBrk="0" hangingPunct="1">
        <a:spcBef>
          <a:spcPct val="20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7770" indent="-318374" algn="l" defTabSz="509396" rtl="0" eaLnBrk="1" latinLnBrk="0" hangingPunct="1">
        <a:spcBef>
          <a:spcPct val="20000"/>
        </a:spcBef>
        <a:buFont typeface="Arial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3492" indent="-254698" algn="l" defTabSz="509396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2889" indent="-254698" algn="l" defTabSz="509396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2286" indent="-254698" algn="l" defTabSz="509396" rtl="0" eaLnBrk="1" latinLnBrk="0" hangingPunct="1">
        <a:spcBef>
          <a:spcPct val="20000"/>
        </a:spcBef>
        <a:buFont typeface="Arial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01683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080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477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29874" indent="-254698" algn="l" defTabSz="509396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396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793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19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587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984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381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779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175" algn="l" defTabSz="50939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37629" y="1918344"/>
            <a:ext cx="11759804" cy="1668070"/>
          </a:xfrm>
        </p:spPr>
        <p:txBody>
          <a:bodyPr>
            <a:normAutofit fontScale="90000"/>
          </a:bodyPr>
          <a:lstStyle/>
          <a:p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Programación Front END</a:t>
            </a:r>
            <a:b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s-E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Ingeniería en ejecución Informática</a:t>
            </a:r>
            <a:endParaRPr lang="es-C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74900" y="5638296"/>
            <a:ext cx="9684545" cy="1988714"/>
          </a:xfrm>
        </p:spPr>
        <p:txBody>
          <a:bodyPr/>
          <a:lstStyle/>
          <a:p>
            <a:r>
              <a:rPr lang="es-CL" dirty="0"/>
              <a:t>Pablo Vilches Valenzuela</a:t>
            </a:r>
          </a:p>
          <a:p>
            <a:r>
              <a:rPr lang="es-CL" dirty="0"/>
              <a:t>Mg. En gestión Tecnológica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1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E0E69C-BCD3-8445-031C-B0725A9750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92" t="9411" r="17110" b="28628"/>
          <a:stretch/>
        </p:blipFill>
        <p:spPr>
          <a:xfrm>
            <a:off x="5924324" y="3743156"/>
            <a:ext cx="1785695" cy="165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29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72ED0087-F3C5-52BA-5D5C-6FF1F49CF0D6}"/>
              </a:ext>
            </a:extLst>
          </p:cNvPr>
          <p:cNvSpPr/>
          <p:nvPr/>
        </p:nvSpPr>
        <p:spPr>
          <a:xfrm>
            <a:off x="0" y="0"/>
            <a:ext cx="6917531" cy="7781925"/>
          </a:xfrm>
          <a:prstGeom prst="rect">
            <a:avLst/>
          </a:prstGeom>
          <a:solidFill>
            <a:srgbClr val="314486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2</a:t>
            </a:fld>
            <a:endParaRPr lang="es-ES"/>
          </a:p>
        </p:txBody>
      </p:sp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28C13F34-F968-7748-AAC6-774031BB773F}"/>
              </a:ext>
            </a:extLst>
          </p:cNvPr>
          <p:cNvSpPr txBox="1">
            <a:spLocks/>
          </p:cNvSpPr>
          <p:nvPr/>
        </p:nvSpPr>
        <p:spPr>
          <a:xfrm>
            <a:off x="765312" y="1272001"/>
            <a:ext cx="5705061" cy="52379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>
                <a:solidFill>
                  <a:schemeClr val="bg1"/>
                </a:solidFill>
              </a:rPr>
              <a:t>Contenido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Antes de comenzar…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Hoy veremos:</a:t>
            </a:r>
          </a:p>
          <a:p>
            <a:pPr marL="0" indent="0">
              <a:buNone/>
            </a:pPr>
            <a:endParaRPr lang="es-ES" sz="2400" b="1" i="1" dirty="0">
              <a:solidFill>
                <a:schemeClr val="bg1"/>
              </a:solidFill>
            </a:endParaRPr>
          </a:p>
          <a:p>
            <a:r>
              <a:rPr lang="es-ES" sz="2400" b="1" i="1" dirty="0" err="1">
                <a:solidFill>
                  <a:schemeClr val="bg1"/>
                </a:solidFill>
              </a:rPr>
              <a:t>Plugins</a:t>
            </a:r>
            <a:endParaRPr lang="es-ES" sz="2400" b="1" i="1" dirty="0">
              <a:solidFill>
                <a:schemeClr val="bg1"/>
              </a:solidFill>
            </a:endParaRPr>
          </a:p>
          <a:p>
            <a:endParaRPr lang="es-ES" sz="2400" b="1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¿Qué aprendimos hoy?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Desafío final</a:t>
            </a:r>
          </a:p>
          <a:p>
            <a:pPr marL="0" indent="0">
              <a:buNone/>
            </a:pPr>
            <a:r>
              <a:rPr lang="es-ES" sz="2400" b="1" i="1" dirty="0">
                <a:solidFill>
                  <a:schemeClr val="bg1"/>
                </a:solidFill>
              </a:rPr>
              <a:t>Referencias documentales</a:t>
            </a:r>
            <a:endParaRPr lang="es-ES" i="1" dirty="0"/>
          </a:p>
          <a:p>
            <a:pPr marL="0" indent="0">
              <a:buFont typeface="Arial" panose="020B0604020202020204" pitchFamily="34" charset="0"/>
              <a:buNone/>
            </a:pP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CD1DFD-A1F5-8B4D-0457-0DD2A6B7A4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92" t="9411" r="17110" b="28628"/>
          <a:stretch/>
        </p:blipFill>
        <p:spPr>
          <a:xfrm>
            <a:off x="10734675" y="4466484"/>
            <a:ext cx="2615663" cy="242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118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3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2441E54-10B1-DCA6-CD70-75015127FA95}"/>
              </a:ext>
            </a:extLst>
          </p:cNvPr>
          <p:cNvSpPr/>
          <p:nvPr/>
        </p:nvSpPr>
        <p:spPr>
          <a:xfrm>
            <a:off x="0" y="4737038"/>
            <a:ext cx="13887608" cy="2310948"/>
          </a:xfrm>
          <a:prstGeom prst="rect">
            <a:avLst/>
          </a:prstGeom>
          <a:gradFill flip="none" rotWithShape="1">
            <a:gsLst>
              <a:gs pos="0">
                <a:srgbClr val="314486">
                  <a:shade val="30000"/>
                  <a:satMod val="115000"/>
                </a:srgbClr>
              </a:gs>
              <a:gs pos="50000">
                <a:srgbClr val="314486">
                  <a:shade val="67500"/>
                  <a:satMod val="115000"/>
                </a:srgbClr>
              </a:gs>
              <a:gs pos="100000">
                <a:srgbClr val="314486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id="{5188EC79-7EBB-BCAF-D442-0C3FA5EBB3A6}"/>
              </a:ext>
            </a:extLst>
          </p:cNvPr>
          <p:cNvSpPr txBox="1">
            <a:spLocks/>
          </p:cNvSpPr>
          <p:nvPr/>
        </p:nvSpPr>
        <p:spPr>
          <a:xfrm>
            <a:off x="9915129" y="7212695"/>
            <a:ext cx="3228182" cy="414315"/>
          </a:xfrm>
          <a:prstGeom prst="rect">
            <a:avLst/>
          </a:prstGeom>
        </p:spPr>
        <p:txBody>
          <a:bodyPr vert="horz" lIns="101882" tIns="50941" rIns="101882" bIns="50941" rtlCol="0" anchor="ctr"/>
          <a:lstStyle>
            <a:defPPr>
              <a:defRPr lang="es-ES"/>
            </a:defPPr>
            <a:lvl1pPr marL="0" algn="r" defTabSz="509412" rtl="0" eaLnBrk="1" latinLnBrk="0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9412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509412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47EDA9-C55A-8145-A85C-80E4429229C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D480092-48F0-F44B-C03E-4201615E8874}"/>
              </a:ext>
            </a:extLst>
          </p:cNvPr>
          <p:cNvSpPr/>
          <p:nvPr/>
        </p:nvSpPr>
        <p:spPr>
          <a:xfrm>
            <a:off x="213358" y="5650327"/>
            <a:ext cx="12618222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Son </a:t>
            </a:r>
            <a:r>
              <a:rPr lang="es-ES" sz="2400" b="1" i="0" u="none" strike="noStrike" dirty="0">
                <a:solidFill>
                  <a:schemeClr val="bg1"/>
                </a:solidFill>
                <a:effectLst/>
              </a:rPr>
              <a:t>paquetes externos</a:t>
            </a:r>
            <a:r>
              <a:rPr lang="es-ES" sz="24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creados por la comunidad o empresas, no forman parte del núcleo de Angular.</a:t>
            </a:r>
            <a:br>
              <a:rPr lang="es-ES" sz="2800" dirty="0">
                <a:solidFill>
                  <a:schemeClr val="bg1"/>
                </a:solidFill>
              </a:rPr>
            </a:br>
            <a:endParaRPr lang="es-MX" sz="2800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F6323DC-5BFF-36C1-6D64-5661BA59665A}"/>
              </a:ext>
            </a:extLst>
          </p:cNvPr>
          <p:cNvSpPr txBox="1"/>
          <p:nvPr/>
        </p:nvSpPr>
        <p:spPr>
          <a:xfrm>
            <a:off x="-259398" y="5023953"/>
            <a:ext cx="6967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S" sz="2800" b="0" i="0" u="none" strike="noStrike" dirty="0" err="1">
                <a:solidFill>
                  <a:schemeClr val="bg1"/>
                </a:solidFill>
                <a:effectLst/>
                <a:latin typeface="-webkit-standard"/>
              </a:rPr>
              <a:t>Librerias</a:t>
            </a:r>
            <a:endParaRPr lang="es-CL" sz="3200" b="1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400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4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8EF537-C298-F6D8-6010-537C3141D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6396"/>
            <a:ext cx="9635360" cy="4571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92A3C84-77DA-7C9C-22C3-6EA9125A1722}"/>
              </a:ext>
            </a:extLst>
          </p:cNvPr>
          <p:cNvSpPr txBox="1"/>
          <p:nvPr/>
        </p:nvSpPr>
        <p:spPr>
          <a:xfrm>
            <a:off x="460375" y="1628246"/>
            <a:ext cx="120893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Son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paquetes externos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creados por la comunidad o empresas, no forman parte del núcleo de Angular.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 instalan mediante 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npm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Node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Package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Manager)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y permiten agregar funcionalidades sin tener que programarlas desde cero.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Angular permite integrarlas fácilmente gracias a su estructura modular y su sistema de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imports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Permiten extender capacidades como: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Mapas (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Leaflet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Mapbox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Google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Maps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Gráficos (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Chart.js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ApexCharts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Formularios avanzados (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Formik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Zod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Validators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externos)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Autenticación, JWT, OAuth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UI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Components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 (Material,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PrimeNG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Ionic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B92C03E-8FEA-9C53-B4FB-478EA193CD49}"/>
              </a:ext>
            </a:extLst>
          </p:cNvPr>
          <p:cNvSpPr txBox="1"/>
          <p:nvPr/>
        </p:nvSpPr>
        <p:spPr>
          <a:xfrm>
            <a:off x="810928" y="760518"/>
            <a:ext cx="6915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¿Qué son las librerías de tercero en Angular?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E3BA577-6BE8-84A5-CC56-C3E25DF37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459" y="5109632"/>
            <a:ext cx="4116229" cy="199808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6553279-1042-BA46-3C0C-7F61CEEA5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5264" y="3905179"/>
            <a:ext cx="2336357" cy="126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40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5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4931" y="1246871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68EF537-C298-F6D8-6010-537C3141D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0609"/>
            <a:ext cx="9635360" cy="4571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ED3517F-BAB7-0C67-A796-33ADBBE35924}"/>
              </a:ext>
            </a:extLst>
          </p:cNvPr>
          <p:cNvSpPr txBox="1"/>
          <p:nvPr/>
        </p:nvSpPr>
        <p:spPr>
          <a:xfrm>
            <a:off x="307975" y="524934"/>
            <a:ext cx="69167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¿Qué es </a:t>
            </a:r>
            <a:r>
              <a:rPr lang="es-ES" sz="2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Leaflet</a:t>
            </a:r>
            <a:r>
              <a:rPr lang="es-ES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y para qué sirve en Angular?</a:t>
            </a:r>
            <a:endParaRPr lang="es-ES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1D152FB-30D9-8113-5DF1-124FDFAE32F7}"/>
              </a:ext>
            </a:extLst>
          </p:cNvPr>
          <p:cNvSpPr txBox="1"/>
          <p:nvPr/>
        </p:nvSpPr>
        <p:spPr>
          <a:xfrm>
            <a:off x="307975" y="1308038"/>
            <a:ext cx="1006565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Leaflet.js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es una 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librería de tercero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 muy ligera y popular para mostrar mapas interactivos dentro de aplicaciones web (incluido Angular).</a:t>
            </a:r>
          </a:p>
          <a:p>
            <a:pPr algn="l"/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¿Para qué sirve?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Mostrar mapas rápidos y livianos.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Agregar marcadores, rutas,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popups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geolocalización.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Integrar capas de mapas (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OpenStreetMap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Mapbox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, etc.).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Funciona excelente en Angular porque: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 instala con 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npm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install</a:t>
            </a:r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s-ES" b="1" i="0" u="none" strike="noStrike" dirty="0" err="1">
                <a:solidFill>
                  <a:srgbClr val="000000"/>
                </a:solidFill>
                <a:effectLst/>
              </a:rPr>
              <a:t>leaflet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Se importa fácilmente en componentes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Permite crear mapas en cualquier contenedor &lt;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div</a:t>
            </a: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&gt;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s-ES" b="1" i="0" u="none" strike="noStrike" dirty="0">
                <a:solidFill>
                  <a:srgbClr val="000000"/>
                </a:solidFill>
                <a:effectLst/>
              </a:rPr>
              <a:t>Ventajas:</a:t>
            </a:r>
          </a:p>
          <a:p>
            <a:pPr algn="l"/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Gratis y open-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source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Más liviano que Google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</a:rPr>
              <a:t>Maps</a:t>
            </a:r>
            <a:endParaRPr lang="es-E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u="none" strike="noStrike" dirty="0">
                <a:solidFill>
                  <a:srgbClr val="000000"/>
                </a:solidFill>
                <a:effectLst/>
              </a:rPr>
              <a:t>Fácil de personalizar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507B502-F3F4-2461-7973-BA8B329BD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063" y="3237522"/>
            <a:ext cx="5884815" cy="363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EDA9-C55A-8145-A85C-80E4429229CF}" type="slidenum">
              <a:rPr lang="es-ES" smtClean="0"/>
              <a:t>6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CCD0B7-EA7E-3E6D-4B04-7278C1D6D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0" y="1136328"/>
            <a:ext cx="1971450" cy="1478588"/>
          </a:xfrm>
          <a:prstGeom prst="rect">
            <a:avLst/>
          </a:prstGeom>
        </p:spPr>
      </p:pic>
      <p:sp>
        <p:nvSpPr>
          <p:cNvPr id="6" name="AutoShape 4" descr="FastAPI: Everything you need to know about the most widely used Python web  framework for Machine Learn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DB857F-B3F1-58DF-F670-9C11A8A0521C}"/>
              </a:ext>
            </a:extLst>
          </p:cNvPr>
          <p:cNvSpPr txBox="1"/>
          <p:nvPr/>
        </p:nvSpPr>
        <p:spPr>
          <a:xfrm>
            <a:off x="387417" y="286021"/>
            <a:ext cx="6915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¿Cómo se usa </a:t>
            </a:r>
            <a:r>
              <a:rPr lang="es-ES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Leaflet</a:t>
            </a:r>
            <a:r>
              <a:rPr lang="es-E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en Angular (lo básico que necesitas)?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D8CE3E9-E88B-09BB-C98F-F5C65CA7EC16}"/>
              </a:ext>
            </a:extLst>
          </p:cNvPr>
          <p:cNvSpPr txBox="1"/>
          <p:nvPr/>
        </p:nvSpPr>
        <p:spPr>
          <a:xfrm>
            <a:off x="4333774" y="1614012"/>
            <a:ext cx="6915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 err="1"/>
              <a:t>npm</a:t>
            </a:r>
            <a:r>
              <a:rPr lang="es-ES" sz="2800" dirty="0"/>
              <a:t> </a:t>
            </a:r>
            <a:r>
              <a:rPr lang="es-ES" sz="2800" dirty="0" err="1"/>
              <a:t>install</a:t>
            </a:r>
            <a:r>
              <a:rPr lang="es-ES" sz="2800" dirty="0"/>
              <a:t> </a:t>
            </a:r>
            <a:r>
              <a:rPr lang="es-ES" sz="2800" dirty="0" err="1"/>
              <a:t>leaflet</a:t>
            </a:r>
            <a:endParaRPr lang="es-ES" sz="2800" dirty="0"/>
          </a:p>
        </p:txBody>
      </p:sp>
      <p:sp>
        <p:nvSpPr>
          <p:cNvPr id="13" name="Flecha derecha 12">
            <a:extLst>
              <a:ext uri="{FF2B5EF4-FFF2-40B4-BE49-F238E27FC236}">
                <a16:creationId xmlns:a16="http://schemas.microsoft.com/office/drawing/2014/main" id="{3E2C704C-3028-E23E-3270-8D736E2916E6}"/>
              </a:ext>
            </a:extLst>
          </p:cNvPr>
          <p:cNvSpPr/>
          <p:nvPr/>
        </p:nvSpPr>
        <p:spPr>
          <a:xfrm>
            <a:off x="307975" y="1511762"/>
            <a:ext cx="3349592" cy="9497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CBBB97C-403B-43FD-0F6A-3E770C2F308F}"/>
              </a:ext>
            </a:extLst>
          </p:cNvPr>
          <p:cNvSpPr txBox="1"/>
          <p:nvPr/>
        </p:nvSpPr>
        <p:spPr>
          <a:xfrm>
            <a:off x="4463116" y="3512018"/>
            <a:ext cx="69157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 err="1"/>
              <a:t>import</a:t>
            </a:r>
            <a:r>
              <a:rPr lang="es-ES" sz="2400" dirty="0"/>
              <a:t> * as L </a:t>
            </a:r>
            <a:r>
              <a:rPr lang="es-ES" sz="2400" dirty="0" err="1"/>
              <a:t>from</a:t>
            </a:r>
            <a:r>
              <a:rPr lang="es-ES" sz="2400" dirty="0"/>
              <a:t> '</a:t>
            </a:r>
            <a:r>
              <a:rPr lang="es-ES" sz="2400" dirty="0" err="1"/>
              <a:t>leaflet</a:t>
            </a:r>
            <a:r>
              <a:rPr lang="es-ES" sz="2400" dirty="0"/>
              <a:t>';</a:t>
            </a:r>
          </a:p>
        </p:txBody>
      </p:sp>
      <p:sp>
        <p:nvSpPr>
          <p:cNvPr id="17" name="Flecha derecha 16">
            <a:extLst>
              <a:ext uri="{FF2B5EF4-FFF2-40B4-BE49-F238E27FC236}">
                <a16:creationId xmlns:a16="http://schemas.microsoft.com/office/drawing/2014/main" id="{8A91F8D0-290B-689D-CE88-656C39E4DF62}"/>
              </a:ext>
            </a:extLst>
          </p:cNvPr>
          <p:cNvSpPr/>
          <p:nvPr/>
        </p:nvSpPr>
        <p:spPr>
          <a:xfrm>
            <a:off x="307975" y="3113975"/>
            <a:ext cx="3349592" cy="9497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30403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15172</TotalTime>
  <Words>298</Words>
  <Application>Microsoft Macintosh PowerPoint</Application>
  <PresentationFormat>Personalizado</PresentationFormat>
  <Paragraphs>54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-webkit-standard</vt:lpstr>
      <vt:lpstr>Arial</vt:lpstr>
      <vt:lpstr>Calibri</vt:lpstr>
      <vt:lpstr>Tema de Office</vt:lpstr>
      <vt:lpstr>Programación Front END Ingeniería en ejecución Informática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Laboratorio: Programación aplicada a la resolución de problemas de Ingeniería</dc:title>
  <dc:creator>Eric</dc:creator>
  <cp:lastModifiedBy>Vilches Valenzuela Pablo Andres</cp:lastModifiedBy>
  <cp:revision>409</cp:revision>
  <dcterms:created xsi:type="dcterms:W3CDTF">2020-04-15T04:11:33Z</dcterms:created>
  <dcterms:modified xsi:type="dcterms:W3CDTF">2025-11-18T22:26:38Z</dcterms:modified>
</cp:coreProperties>
</file>