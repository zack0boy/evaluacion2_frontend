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9"/>
  </p:notesMasterIdLst>
  <p:sldIdLst>
    <p:sldId id="513" r:id="rId2"/>
    <p:sldId id="514" r:id="rId3"/>
    <p:sldId id="543" r:id="rId4"/>
    <p:sldId id="551" r:id="rId5"/>
    <p:sldId id="570" r:id="rId6"/>
    <p:sldId id="577" r:id="rId7"/>
    <p:sldId id="578" r:id="rId8"/>
    <p:sldId id="554" r:id="rId9"/>
    <p:sldId id="576" r:id="rId10"/>
    <p:sldId id="571" r:id="rId11"/>
    <p:sldId id="560" r:id="rId12"/>
    <p:sldId id="516" r:id="rId13"/>
    <p:sldId id="594" r:id="rId14"/>
    <p:sldId id="582" r:id="rId15"/>
    <p:sldId id="581" r:id="rId16"/>
    <p:sldId id="561" r:id="rId17"/>
    <p:sldId id="595" r:id="rId18"/>
    <p:sldId id="523" r:id="rId19"/>
    <p:sldId id="596" r:id="rId20"/>
    <p:sldId id="604" r:id="rId21"/>
    <p:sldId id="605" r:id="rId22"/>
    <p:sldId id="597" r:id="rId23"/>
    <p:sldId id="603" r:id="rId24"/>
    <p:sldId id="562" r:id="rId25"/>
    <p:sldId id="598" r:id="rId26"/>
    <p:sldId id="599" r:id="rId27"/>
    <p:sldId id="606" r:id="rId28"/>
  </p:sldIdLst>
  <p:sldSz cx="13835063" cy="7781925"/>
  <p:notesSz cx="6858000" cy="9144000"/>
  <p:defaultTextStyle>
    <a:defPPr>
      <a:defRPr lang="es-ES"/>
    </a:defPPr>
    <a:lvl1pPr marL="0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51" userDrawn="1">
          <p15:clr>
            <a:srgbClr val="A4A3A4"/>
          </p15:clr>
        </p15:guide>
        <p15:guide id="2" pos="43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756C"/>
    <a:srgbClr val="8BC500"/>
    <a:srgbClr val="0E7DCE"/>
    <a:srgbClr val="48B5F6"/>
    <a:srgbClr val="232227"/>
    <a:srgbClr val="ECD5AC"/>
    <a:srgbClr val="F26D40"/>
    <a:srgbClr val="AF2B2E"/>
    <a:srgbClr val="455065"/>
    <a:srgbClr val="00A1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85" autoAdjust="0"/>
    <p:restoredTop sz="93091" autoAdjust="0"/>
  </p:normalViewPr>
  <p:slideViewPr>
    <p:cSldViewPr snapToGrid="0" snapToObjects="1">
      <p:cViewPr varScale="1">
        <p:scale>
          <a:sx n="132" d="100"/>
          <a:sy n="132" d="100"/>
        </p:scale>
        <p:origin x="1192" y="168"/>
      </p:cViewPr>
      <p:guideLst>
        <p:guide orient="horz" pos="2451"/>
        <p:guide pos="435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OFHER ANDRES ROJAS ROJAS" userId="ff4a2ee5-b92d-4cf2-97fa-1b800dd1f1dd" providerId="ADAL" clId="{41A92D29-8BD5-40EA-B071-4A942BDDCEE0}"/>
    <pc:docChg chg="undo custSel addSld delSld modSld">
      <pc:chgData name="CRISTOFHER ANDRES ROJAS ROJAS" userId="ff4a2ee5-b92d-4cf2-97fa-1b800dd1f1dd" providerId="ADAL" clId="{41A92D29-8BD5-40EA-B071-4A942BDDCEE0}" dt="2020-04-22T09:38:19.948" v="1273" actId="47"/>
      <pc:docMkLst>
        <pc:docMk/>
      </pc:docMkLst>
      <pc:sldChg chg="modSp">
        <pc:chgData name="CRISTOFHER ANDRES ROJAS ROJAS" userId="ff4a2ee5-b92d-4cf2-97fa-1b800dd1f1dd" providerId="ADAL" clId="{41A92D29-8BD5-40EA-B071-4A942BDDCEE0}" dt="2020-04-22T08:53:20.797" v="38" actId="20577"/>
        <pc:sldMkLst>
          <pc:docMk/>
          <pc:sldMk cId="2505037563" sldId="256"/>
        </pc:sldMkLst>
        <pc:spChg chg="mod">
          <ac:chgData name="CRISTOFHER ANDRES ROJAS ROJAS" userId="ff4a2ee5-b92d-4cf2-97fa-1b800dd1f1dd" providerId="ADAL" clId="{41A92D29-8BD5-40EA-B071-4A942BDDCEE0}" dt="2020-04-22T08:53:20.797" v="38" actId="20577"/>
          <ac:spMkLst>
            <pc:docMk/>
            <pc:sldMk cId="2505037563" sldId="256"/>
            <ac:spMk id="8" creationId="{4B3C8749-A33F-49FE-B61E-25BC4F1F402D}"/>
          </ac:spMkLst>
        </pc:spChg>
      </pc:sldChg>
      <pc:sldChg chg="delSp modSp modAnim">
        <pc:chgData name="CRISTOFHER ANDRES ROJAS ROJAS" userId="ff4a2ee5-b92d-4cf2-97fa-1b800dd1f1dd" providerId="ADAL" clId="{41A92D29-8BD5-40EA-B071-4A942BDDCEE0}" dt="2020-04-22T09:04:29.912" v="482"/>
        <pc:sldMkLst>
          <pc:docMk/>
          <pc:sldMk cId="1682723415" sldId="257"/>
        </pc:sldMkLst>
        <pc:spChg chg="mod">
          <ac:chgData name="CRISTOFHER ANDRES ROJAS ROJAS" userId="ff4a2ee5-b92d-4cf2-97fa-1b800dd1f1dd" providerId="ADAL" clId="{41A92D29-8BD5-40EA-B071-4A942BDDCEE0}" dt="2020-04-22T09:04:26.947" v="481" actId="5793"/>
          <ac:spMkLst>
            <pc:docMk/>
            <pc:sldMk cId="1682723415" sldId="257"/>
            <ac:spMk id="3" creationId="{00000000-0000-0000-0000-000000000000}"/>
          </ac:spMkLst>
        </pc:spChg>
        <pc:spChg chg="mod">
          <ac:chgData name="CRISTOFHER ANDRES ROJAS ROJAS" userId="ff4a2ee5-b92d-4cf2-97fa-1b800dd1f1dd" providerId="ADAL" clId="{41A92D29-8BD5-40EA-B071-4A942BDDCEE0}" dt="2020-04-22T09:00:58.523" v="390" actId="20577"/>
          <ac:spMkLst>
            <pc:docMk/>
            <pc:sldMk cId="1682723415" sldId="257"/>
            <ac:spMk id="9" creationId="{7657357B-CCE3-49B3-BAC6-B043C23EBB0D}"/>
          </ac:spMkLst>
        </pc:spChg>
        <pc:picChg chg="del">
          <ac:chgData name="CRISTOFHER ANDRES ROJAS ROJAS" userId="ff4a2ee5-b92d-4cf2-97fa-1b800dd1f1dd" providerId="ADAL" clId="{41A92D29-8BD5-40EA-B071-4A942BDDCEE0}" dt="2020-04-22T08:55:39.796" v="138" actId="478"/>
          <ac:picMkLst>
            <pc:docMk/>
            <pc:sldMk cId="1682723415" sldId="257"/>
            <ac:picMk id="2050" creationId="{EA2EA1A3-8C8E-48F3-B74B-E3391C7938B4}"/>
          </ac:picMkLst>
        </pc:picChg>
      </pc:sldChg>
      <pc:sldChg chg="modSp modAnim">
        <pc:chgData name="CRISTOFHER ANDRES ROJAS ROJAS" userId="ff4a2ee5-b92d-4cf2-97fa-1b800dd1f1dd" providerId="ADAL" clId="{41A92D29-8BD5-40EA-B071-4A942BDDCEE0}" dt="2020-04-22T09:08:26.083" v="562" actId="20577"/>
        <pc:sldMkLst>
          <pc:docMk/>
          <pc:sldMk cId="2707598819" sldId="260"/>
        </pc:sldMkLst>
        <pc:spChg chg="mod">
          <ac:chgData name="CRISTOFHER ANDRES ROJAS ROJAS" userId="ff4a2ee5-b92d-4cf2-97fa-1b800dd1f1dd" providerId="ADAL" clId="{41A92D29-8BD5-40EA-B071-4A942BDDCEE0}" dt="2020-04-22T09:08:26.083" v="562" actId="20577"/>
          <ac:spMkLst>
            <pc:docMk/>
            <pc:sldMk cId="2707598819" sldId="260"/>
            <ac:spMk id="3" creationId="{00000000-0000-0000-0000-000000000000}"/>
          </ac:spMkLst>
        </pc:spChg>
      </pc:sldChg>
      <pc:sldChg chg="addSp delSp modSp del">
        <pc:chgData name="CRISTOFHER ANDRES ROJAS ROJAS" userId="ff4a2ee5-b92d-4cf2-97fa-1b800dd1f1dd" providerId="ADAL" clId="{41A92D29-8BD5-40EA-B071-4A942BDDCEE0}" dt="2020-04-22T09:01:01.620" v="391" actId="47"/>
        <pc:sldMkLst>
          <pc:docMk/>
          <pc:sldMk cId="1882310351" sldId="261"/>
        </pc:sldMkLst>
        <pc:spChg chg="add mod">
          <ac:chgData name="CRISTOFHER ANDRES ROJAS ROJAS" userId="ff4a2ee5-b92d-4cf2-97fa-1b800dd1f1dd" providerId="ADAL" clId="{41A92D29-8BD5-40EA-B071-4A942BDDCEE0}" dt="2020-04-22T08:55:35.560" v="135" actId="478"/>
          <ac:spMkLst>
            <pc:docMk/>
            <pc:sldMk cId="1882310351" sldId="261"/>
            <ac:spMk id="2" creationId="{153D81F5-1655-4E6C-8E78-ED4778BC00BB}"/>
          </ac:spMkLst>
        </pc:spChg>
        <pc:picChg chg="del">
          <ac:chgData name="CRISTOFHER ANDRES ROJAS ROJAS" userId="ff4a2ee5-b92d-4cf2-97fa-1b800dd1f1dd" providerId="ADAL" clId="{41A92D29-8BD5-40EA-B071-4A942BDDCEE0}" dt="2020-04-22T08:55:35.560" v="135" actId="478"/>
          <ac:picMkLst>
            <pc:docMk/>
            <pc:sldMk cId="1882310351" sldId="261"/>
            <ac:picMk id="1026" creationId="{C4A1D1E8-E136-467D-B331-0899B1DF1AAA}"/>
          </ac:picMkLst>
        </pc:picChg>
      </pc:sldChg>
      <pc:sldChg chg="modSp modAnim">
        <pc:chgData name="CRISTOFHER ANDRES ROJAS ROJAS" userId="ff4a2ee5-b92d-4cf2-97fa-1b800dd1f1dd" providerId="ADAL" clId="{41A92D29-8BD5-40EA-B071-4A942BDDCEE0}" dt="2020-04-22T09:05:42.850" v="492" actId="1076"/>
        <pc:sldMkLst>
          <pc:docMk/>
          <pc:sldMk cId="2659890596" sldId="262"/>
        </pc:sldMkLst>
        <pc:spChg chg="mod">
          <ac:chgData name="CRISTOFHER ANDRES ROJAS ROJAS" userId="ff4a2ee5-b92d-4cf2-97fa-1b800dd1f1dd" providerId="ADAL" clId="{41A92D29-8BD5-40EA-B071-4A942BDDCEE0}" dt="2020-04-22T09:05:20.689" v="490" actId="403"/>
          <ac:spMkLst>
            <pc:docMk/>
            <pc:sldMk cId="2659890596" sldId="262"/>
            <ac:spMk id="3" creationId="{00000000-0000-0000-0000-000000000000}"/>
          </ac:spMkLst>
        </pc:spChg>
        <pc:spChg chg="mod">
          <ac:chgData name="CRISTOFHER ANDRES ROJAS ROJAS" userId="ff4a2ee5-b92d-4cf2-97fa-1b800dd1f1dd" providerId="ADAL" clId="{41A92D29-8BD5-40EA-B071-4A942BDDCEE0}" dt="2020-04-22T09:05:42.850" v="492" actId="1076"/>
          <ac:spMkLst>
            <pc:docMk/>
            <pc:sldMk cId="2659890596" sldId="262"/>
            <ac:spMk id="7" creationId="{A5E2500C-D187-4F08-8D98-3D33BFEA4C8C}"/>
          </ac:spMkLst>
        </pc:spChg>
      </pc:sldChg>
      <pc:sldChg chg="modSp">
        <pc:chgData name="CRISTOFHER ANDRES ROJAS ROJAS" userId="ff4a2ee5-b92d-4cf2-97fa-1b800dd1f1dd" providerId="ADAL" clId="{41A92D29-8BD5-40EA-B071-4A942BDDCEE0}" dt="2020-04-22T09:05:36.882" v="491"/>
        <pc:sldMkLst>
          <pc:docMk/>
          <pc:sldMk cId="1702473761" sldId="346"/>
        </pc:sldMkLst>
        <pc:spChg chg="mod">
          <ac:chgData name="CRISTOFHER ANDRES ROJAS ROJAS" userId="ff4a2ee5-b92d-4cf2-97fa-1b800dd1f1dd" providerId="ADAL" clId="{41A92D29-8BD5-40EA-B071-4A942BDDCEE0}" dt="2020-04-22T09:05:36.882" v="491"/>
          <ac:spMkLst>
            <pc:docMk/>
            <pc:sldMk cId="1702473761" sldId="346"/>
            <ac:spMk id="6" creationId="{00000000-0000-0000-0000-000000000000}"/>
          </ac:spMkLst>
        </pc:spChg>
      </pc:sldChg>
      <pc:sldChg chg="modSp modAnim">
        <pc:chgData name="CRISTOFHER ANDRES ROJAS ROJAS" userId="ff4a2ee5-b92d-4cf2-97fa-1b800dd1f1dd" providerId="ADAL" clId="{41A92D29-8BD5-40EA-B071-4A942BDDCEE0}" dt="2020-04-22T09:07:06.302" v="520" actId="27636"/>
        <pc:sldMkLst>
          <pc:docMk/>
          <pc:sldMk cId="1444201569" sldId="348"/>
        </pc:sldMkLst>
        <pc:spChg chg="mod">
          <ac:chgData name="CRISTOFHER ANDRES ROJAS ROJAS" userId="ff4a2ee5-b92d-4cf2-97fa-1b800dd1f1dd" providerId="ADAL" clId="{41A92D29-8BD5-40EA-B071-4A942BDDCEE0}" dt="2020-04-22T09:06:37.529" v="501" actId="20577"/>
          <ac:spMkLst>
            <pc:docMk/>
            <pc:sldMk cId="1444201569" sldId="348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1A92D29-8BD5-40EA-B071-4A942BDDCEE0}" dt="2020-04-22T09:07:06.302" v="520" actId="27636"/>
          <ac:spMkLst>
            <pc:docMk/>
            <pc:sldMk cId="1444201569" sldId="348"/>
            <ac:spMk id="7" creationId="{00000000-0000-0000-0000-000000000000}"/>
          </ac:spMkLst>
        </pc:spChg>
      </pc:sldChg>
      <pc:sldChg chg="modSp modAnim">
        <pc:chgData name="CRISTOFHER ANDRES ROJAS ROJAS" userId="ff4a2ee5-b92d-4cf2-97fa-1b800dd1f1dd" providerId="ADAL" clId="{41A92D29-8BD5-40EA-B071-4A942BDDCEE0}" dt="2020-04-22T09:08:08.436" v="538" actId="255"/>
        <pc:sldMkLst>
          <pc:docMk/>
          <pc:sldMk cId="3873343043" sldId="349"/>
        </pc:sldMkLst>
        <pc:spChg chg="mod">
          <ac:chgData name="CRISTOFHER ANDRES ROJAS ROJAS" userId="ff4a2ee5-b92d-4cf2-97fa-1b800dd1f1dd" providerId="ADAL" clId="{41A92D29-8BD5-40EA-B071-4A942BDDCEE0}" dt="2020-04-22T09:08:08.436" v="538" actId="255"/>
          <ac:spMkLst>
            <pc:docMk/>
            <pc:sldMk cId="3873343043" sldId="349"/>
            <ac:spMk id="7" creationId="{00000000-0000-0000-0000-000000000000}"/>
          </ac:spMkLst>
        </pc:spChg>
      </pc:sldChg>
      <pc:sldChg chg="addSp delSp modSp modAnim">
        <pc:chgData name="CRISTOFHER ANDRES ROJAS ROJAS" userId="ff4a2ee5-b92d-4cf2-97fa-1b800dd1f1dd" providerId="ADAL" clId="{41A92D29-8BD5-40EA-B071-4A942BDDCEE0}" dt="2020-04-22T09:38:13.775" v="1272" actId="478"/>
        <pc:sldMkLst>
          <pc:docMk/>
          <pc:sldMk cId="2108958779" sldId="350"/>
        </pc:sldMkLst>
        <pc:spChg chg="add del mod">
          <ac:chgData name="CRISTOFHER ANDRES ROJAS ROJAS" userId="ff4a2ee5-b92d-4cf2-97fa-1b800dd1f1dd" providerId="ADAL" clId="{41A92D29-8BD5-40EA-B071-4A942BDDCEE0}" dt="2020-04-22T09:38:13.775" v="1272" actId="478"/>
          <ac:spMkLst>
            <pc:docMk/>
            <pc:sldMk cId="2108958779" sldId="350"/>
            <ac:spMk id="4" creationId="{72349D30-B235-42B6-BAC0-4ABD21190837}"/>
          </ac:spMkLst>
        </pc:spChg>
        <pc:spChg chg="mod">
          <ac:chgData name="CRISTOFHER ANDRES ROJAS ROJAS" userId="ff4a2ee5-b92d-4cf2-97fa-1b800dd1f1dd" providerId="ADAL" clId="{41A92D29-8BD5-40EA-B071-4A942BDDCEE0}" dt="2020-04-22T09:34:37.634" v="1180" actId="20577"/>
          <ac:spMkLst>
            <pc:docMk/>
            <pc:sldMk cId="2108958779" sldId="350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1A92D29-8BD5-40EA-B071-4A942BDDCEE0}" dt="2020-04-22T09:36:50.089" v="1255" actId="27636"/>
          <ac:spMkLst>
            <pc:docMk/>
            <pc:sldMk cId="2108958779" sldId="350"/>
            <ac:spMk id="7" creationId="{00000000-0000-0000-0000-000000000000}"/>
          </ac:spMkLst>
        </pc:spChg>
        <pc:picChg chg="add del mod">
          <ac:chgData name="CRISTOFHER ANDRES ROJAS ROJAS" userId="ff4a2ee5-b92d-4cf2-97fa-1b800dd1f1dd" providerId="ADAL" clId="{41A92D29-8BD5-40EA-B071-4A942BDDCEE0}" dt="2020-04-22T09:34:16.859" v="1135" actId="478"/>
          <ac:picMkLst>
            <pc:docMk/>
            <pc:sldMk cId="2108958779" sldId="350"/>
            <ac:picMk id="3" creationId="{B9FB6DA9-EC7B-41E4-B4AA-64872E4060E9}"/>
          </ac:picMkLst>
        </pc:picChg>
        <pc:picChg chg="add del mod">
          <ac:chgData name="CRISTOFHER ANDRES ROJAS ROJAS" userId="ff4a2ee5-b92d-4cf2-97fa-1b800dd1f1dd" providerId="ADAL" clId="{41A92D29-8BD5-40EA-B071-4A942BDDCEE0}" dt="2020-04-22T09:36:53.733" v="1256" actId="478"/>
          <ac:picMkLst>
            <pc:docMk/>
            <pc:sldMk cId="2108958779" sldId="350"/>
            <ac:picMk id="1026" creationId="{63D32BC8-E533-4B11-B78D-DE8E985ECEC1}"/>
          </ac:picMkLst>
        </pc:picChg>
      </pc:sldChg>
      <pc:sldChg chg="del">
        <pc:chgData name="CRISTOFHER ANDRES ROJAS ROJAS" userId="ff4a2ee5-b92d-4cf2-97fa-1b800dd1f1dd" providerId="ADAL" clId="{41A92D29-8BD5-40EA-B071-4A942BDDCEE0}" dt="2020-04-22T09:21:29.365" v="980" actId="47"/>
        <pc:sldMkLst>
          <pc:docMk/>
          <pc:sldMk cId="3196129465" sldId="351"/>
        </pc:sldMkLst>
      </pc:sldChg>
      <pc:sldChg chg="del">
        <pc:chgData name="CRISTOFHER ANDRES ROJAS ROJAS" userId="ff4a2ee5-b92d-4cf2-97fa-1b800dd1f1dd" providerId="ADAL" clId="{41A92D29-8BD5-40EA-B071-4A942BDDCEE0}" dt="2020-04-22T09:21:29.365" v="980" actId="47"/>
        <pc:sldMkLst>
          <pc:docMk/>
          <pc:sldMk cId="736109266" sldId="352"/>
        </pc:sldMkLst>
      </pc:sldChg>
      <pc:sldChg chg="del">
        <pc:chgData name="CRISTOFHER ANDRES ROJAS ROJAS" userId="ff4a2ee5-b92d-4cf2-97fa-1b800dd1f1dd" providerId="ADAL" clId="{41A92D29-8BD5-40EA-B071-4A942BDDCEE0}" dt="2020-04-22T09:21:29.365" v="980" actId="47"/>
        <pc:sldMkLst>
          <pc:docMk/>
          <pc:sldMk cId="2010018448" sldId="374"/>
        </pc:sldMkLst>
      </pc:sldChg>
      <pc:sldChg chg="add del">
        <pc:chgData name="CRISTOFHER ANDRES ROJAS ROJAS" userId="ff4a2ee5-b92d-4cf2-97fa-1b800dd1f1dd" providerId="ADAL" clId="{41A92D29-8BD5-40EA-B071-4A942BDDCEE0}" dt="2020-04-22T09:34:03.761" v="1121" actId="47"/>
        <pc:sldMkLst>
          <pc:docMk/>
          <pc:sldMk cId="3507114496" sldId="376"/>
        </pc:sldMkLst>
      </pc:sldChg>
      <pc:sldChg chg="new del">
        <pc:chgData name="CRISTOFHER ANDRES ROJAS ROJAS" userId="ff4a2ee5-b92d-4cf2-97fa-1b800dd1f1dd" providerId="ADAL" clId="{41A92D29-8BD5-40EA-B071-4A942BDDCEE0}" dt="2020-04-22T09:28:15.811" v="983" actId="680"/>
        <pc:sldMkLst>
          <pc:docMk/>
          <pc:sldMk cId="146358354" sldId="377"/>
        </pc:sldMkLst>
      </pc:sldChg>
      <pc:sldChg chg="modSp add">
        <pc:chgData name="CRISTOFHER ANDRES ROJAS ROJAS" userId="ff4a2ee5-b92d-4cf2-97fa-1b800dd1f1dd" providerId="ADAL" clId="{41A92D29-8BD5-40EA-B071-4A942BDDCEE0}" dt="2020-04-22T09:32:33.550" v="1110" actId="27636"/>
        <pc:sldMkLst>
          <pc:docMk/>
          <pc:sldMk cId="153259363" sldId="377"/>
        </pc:sldMkLst>
        <pc:spChg chg="mod">
          <ac:chgData name="CRISTOFHER ANDRES ROJAS ROJAS" userId="ff4a2ee5-b92d-4cf2-97fa-1b800dd1f1dd" providerId="ADAL" clId="{41A92D29-8BD5-40EA-B071-4A942BDDCEE0}" dt="2020-04-22T09:28:37.866" v="997" actId="1076"/>
          <ac:spMkLst>
            <pc:docMk/>
            <pc:sldMk cId="153259363" sldId="377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1A92D29-8BD5-40EA-B071-4A942BDDCEE0}" dt="2020-04-22T09:32:33.550" v="1110" actId="27636"/>
          <ac:spMkLst>
            <pc:docMk/>
            <pc:sldMk cId="153259363" sldId="377"/>
            <ac:spMk id="7" creationId="{00000000-0000-0000-0000-000000000000}"/>
          </ac:spMkLst>
        </pc:spChg>
      </pc:sldChg>
      <pc:sldChg chg="modSp add">
        <pc:chgData name="CRISTOFHER ANDRES ROJAS ROJAS" userId="ff4a2ee5-b92d-4cf2-97fa-1b800dd1f1dd" providerId="ADAL" clId="{41A92D29-8BD5-40EA-B071-4A942BDDCEE0}" dt="2020-04-22T09:31:49.568" v="1088" actId="20577"/>
        <pc:sldMkLst>
          <pc:docMk/>
          <pc:sldMk cId="3676553905" sldId="378"/>
        </pc:sldMkLst>
        <pc:spChg chg="mod">
          <ac:chgData name="CRISTOFHER ANDRES ROJAS ROJAS" userId="ff4a2ee5-b92d-4cf2-97fa-1b800dd1f1dd" providerId="ADAL" clId="{41A92D29-8BD5-40EA-B071-4A942BDDCEE0}" dt="2020-04-22T09:31:49.568" v="1088" actId="20577"/>
          <ac:spMkLst>
            <pc:docMk/>
            <pc:sldMk cId="3676553905" sldId="378"/>
            <ac:spMk id="7" creationId="{00000000-0000-0000-0000-000000000000}"/>
          </ac:spMkLst>
        </pc:spChg>
      </pc:sldChg>
      <pc:sldChg chg="new del">
        <pc:chgData name="CRISTOFHER ANDRES ROJAS ROJAS" userId="ff4a2ee5-b92d-4cf2-97fa-1b800dd1f1dd" providerId="ADAL" clId="{41A92D29-8BD5-40EA-B071-4A942BDDCEE0}" dt="2020-04-22T09:34:02.665" v="1119" actId="680"/>
        <pc:sldMkLst>
          <pc:docMk/>
          <pc:sldMk cId="1772634602" sldId="379"/>
        </pc:sldMkLst>
      </pc:sldChg>
      <pc:sldChg chg="delSp modSp add">
        <pc:chgData name="CRISTOFHER ANDRES ROJAS ROJAS" userId="ff4a2ee5-b92d-4cf2-97fa-1b800dd1f1dd" providerId="ADAL" clId="{41A92D29-8BD5-40EA-B071-4A942BDDCEE0}" dt="2020-04-22T09:37:17.070" v="1261" actId="478"/>
        <pc:sldMkLst>
          <pc:docMk/>
          <pc:sldMk cId="3466318570" sldId="379"/>
        </pc:sldMkLst>
        <pc:spChg chg="mod">
          <ac:chgData name="CRISTOFHER ANDRES ROJAS ROJAS" userId="ff4a2ee5-b92d-4cf2-97fa-1b800dd1f1dd" providerId="ADAL" clId="{41A92D29-8BD5-40EA-B071-4A942BDDCEE0}" dt="2020-04-22T09:37:11.190" v="1260" actId="255"/>
          <ac:spMkLst>
            <pc:docMk/>
            <pc:sldMk cId="3466318570" sldId="379"/>
            <ac:spMk id="7" creationId="{00000000-0000-0000-0000-000000000000}"/>
          </ac:spMkLst>
        </pc:spChg>
        <pc:picChg chg="del">
          <ac:chgData name="CRISTOFHER ANDRES ROJAS ROJAS" userId="ff4a2ee5-b92d-4cf2-97fa-1b800dd1f1dd" providerId="ADAL" clId="{41A92D29-8BD5-40EA-B071-4A942BDDCEE0}" dt="2020-04-22T09:37:17.070" v="1261" actId="478"/>
          <ac:picMkLst>
            <pc:docMk/>
            <pc:sldMk cId="3466318570" sldId="379"/>
            <ac:picMk id="1026" creationId="{63D32BC8-E533-4B11-B78D-DE8E985ECEC1}"/>
          </ac:picMkLst>
        </pc:picChg>
      </pc:sldChg>
      <pc:sldChg chg="delSp modSp add">
        <pc:chgData name="CRISTOFHER ANDRES ROJAS ROJAS" userId="ff4a2ee5-b92d-4cf2-97fa-1b800dd1f1dd" providerId="ADAL" clId="{41A92D29-8BD5-40EA-B071-4A942BDDCEE0}" dt="2020-04-22T09:37:18.574" v="1262" actId="478"/>
        <pc:sldMkLst>
          <pc:docMk/>
          <pc:sldMk cId="307181644" sldId="380"/>
        </pc:sldMkLst>
        <pc:spChg chg="mod">
          <ac:chgData name="CRISTOFHER ANDRES ROJAS ROJAS" userId="ff4a2ee5-b92d-4cf2-97fa-1b800dd1f1dd" providerId="ADAL" clId="{41A92D29-8BD5-40EA-B071-4A942BDDCEE0}" dt="2020-04-22T09:36:13.799" v="1247" actId="27636"/>
          <ac:spMkLst>
            <pc:docMk/>
            <pc:sldMk cId="307181644" sldId="380"/>
            <ac:spMk id="7" creationId="{00000000-0000-0000-0000-000000000000}"/>
          </ac:spMkLst>
        </pc:spChg>
        <pc:picChg chg="del">
          <ac:chgData name="CRISTOFHER ANDRES ROJAS ROJAS" userId="ff4a2ee5-b92d-4cf2-97fa-1b800dd1f1dd" providerId="ADAL" clId="{41A92D29-8BD5-40EA-B071-4A942BDDCEE0}" dt="2020-04-22T09:37:18.574" v="1262" actId="478"/>
          <ac:picMkLst>
            <pc:docMk/>
            <pc:sldMk cId="307181644" sldId="380"/>
            <ac:picMk id="1026" creationId="{63D32BC8-E533-4B11-B78D-DE8E985ECEC1}"/>
          </ac:picMkLst>
        </pc:picChg>
      </pc:sldChg>
      <pc:sldChg chg="new del">
        <pc:chgData name="CRISTOFHER ANDRES ROJAS ROJAS" userId="ff4a2ee5-b92d-4cf2-97fa-1b800dd1f1dd" providerId="ADAL" clId="{41A92D29-8BD5-40EA-B071-4A942BDDCEE0}" dt="2020-04-22T09:35:51.005" v="1240" actId="680"/>
        <pc:sldMkLst>
          <pc:docMk/>
          <pc:sldMk cId="2307093310" sldId="380"/>
        </pc:sldMkLst>
      </pc:sldChg>
      <pc:sldChg chg="modSp add del">
        <pc:chgData name="CRISTOFHER ANDRES ROJAS ROJAS" userId="ff4a2ee5-b92d-4cf2-97fa-1b800dd1f1dd" providerId="ADAL" clId="{41A92D29-8BD5-40EA-B071-4A942BDDCEE0}" dt="2020-04-22T09:38:19.948" v="1273" actId="47"/>
        <pc:sldMkLst>
          <pc:docMk/>
          <pc:sldMk cId="496455104" sldId="381"/>
        </pc:sldMkLst>
        <pc:spChg chg="mod">
          <ac:chgData name="CRISTOFHER ANDRES ROJAS ROJAS" userId="ff4a2ee5-b92d-4cf2-97fa-1b800dd1f1dd" providerId="ADAL" clId="{41A92D29-8BD5-40EA-B071-4A942BDDCEE0}" dt="2020-04-22T09:37:29.151" v="1267" actId="20577"/>
          <ac:spMkLst>
            <pc:docMk/>
            <pc:sldMk cId="496455104" sldId="381"/>
            <ac:spMk id="7" creationId="{00000000-0000-0000-0000-000000000000}"/>
          </ac:spMkLst>
        </pc:spChg>
      </pc:sldChg>
      <pc:sldChg chg="new del">
        <pc:chgData name="CRISTOFHER ANDRES ROJAS ROJAS" userId="ff4a2ee5-b92d-4cf2-97fa-1b800dd1f1dd" providerId="ADAL" clId="{41A92D29-8BD5-40EA-B071-4A942BDDCEE0}" dt="2020-04-22T09:37:24.949" v="1264" actId="680"/>
        <pc:sldMkLst>
          <pc:docMk/>
          <pc:sldMk cId="2656838744" sldId="381"/>
        </pc:sldMkLst>
      </pc:sldChg>
      <pc:sldMasterChg chg="delSldLayout">
        <pc:chgData name="CRISTOFHER ANDRES ROJAS ROJAS" userId="ff4a2ee5-b92d-4cf2-97fa-1b800dd1f1dd" providerId="ADAL" clId="{41A92D29-8BD5-40EA-B071-4A942BDDCEE0}" dt="2020-04-22T09:21:29.365" v="980" actId="47"/>
        <pc:sldMasterMkLst>
          <pc:docMk/>
          <pc:sldMasterMk cId="1093945410" sldId="2147483660"/>
        </pc:sldMasterMkLst>
        <pc:sldLayoutChg chg="del">
          <pc:chgData name="CRISTOFHER ANDRES ROJAS ROJAS" userId="ff4a2ee5-b92d-4cf2-97fa-1b800dd1f1dd" providerId="ADAL" clId="{41A92D29-8BD5-40EA-B071-4A942BDDCEE0}" dt="2020-04-22T09:21:29.365" v="980" actId="47"/>
          <pc:sldLayoutMkLst>
            <pc:docMk/>
            <pc:sldMasterMk cId="1093945410" sldId="2147483660"/>
            <pc:sldLayoutMk cId="216677509" sldId="2147483674"/>
          </pc:sldLayoutMkLst>
        </pc:sldLayoutChg>
      </pc:sldMasterChg>
    </pc:docChg>
  </pc:docChgLst>
  <pc:docChgLst>
    <pc:chgData name="Carlos Castro Bustamante" userId="6a1eae72-c265-4fa1-8efa-3defc8ba2bc8" providerId="ADAL" clId="{D0D3E5A9-2BD1-497F-A333-199AF21F03B7}"/>
    <pc:docChg chg="custSel modMainMaster">
      <pc:chgData name="Carlos Castro Bustamante" userId="6a1eae72-c265-4fa1-8efa-3defc8ba2bc8" providerId="ADAL" clId="{D0D3E5A9-2BD1-497F-A333-199AF21F03B7}" dt="2023-10-05T22:01:23.810" v="0" actId="478"/>
      <pc:docMkLst>
        <pc:docMk/>
      </pc:docMkLst>
      <pc:sldMasterChg chg="modSldLayout">
        <pc:chgData name="Carlos Castro Bustamante" userId="6a1eae72-c265-4fa1-8efa-3defc8ba2bc8" providerId="ADAL" clId="{D0D3E5A9-2BD1-497F-A333-199AF21F03B7}" dt="2023-10-05T22:01:23.810" v="0" actId="478"/>
        <pc:sldMasterMkLst>
          <pc:docMk/>
          <pc:sldMasterMk cId="1093945410" sldId="2147483660"/>
        </pc:sldMasterMkLst>
        <pc:sldLayoutChg chg="delSp mod">
          <pc:chgData name="Carlos Castro Bustamante" userId="6a1eae72-c265-4fa1-8efa-3defc8ba2bc8" providerId="ADAL" clId="{D0D3E5A9-2BD1-497F-A333-199AF21F03B7}" dt="2023-10-05T22:01:23.810" v="0" actId="478"/>
          <pc:sldLayoutMkLst>
            <pc:docMk/>
            <pc:sldMasterMk cId="1093945410" sldId="2147483660"/>
            <pc:sldLayoutMk cId="2738684286" sldId="2147483661"/>
          </pc:sldLayoutMkLst>
          <pc:spChg chg="del">
            <ac:chgData name="Carlos Castro Bustamante" userId="6a1eae72-c265-4fa1-8efa-3defc8ba2bc8" providerId="ADAL" clId="{D0D3E5A9-2BD1-497F-A333-199AF21F03B7}" dt="2023-10-05T22:01:23.810" v="0" actId="478"/>
            <ac:spMkLst>
              <pc:docMk/>
              <pc:sldMasterMk cId="1093945410" sldId="2147483660"/>
              <pc:sldLayoutMk cId="2738684286" sldId="2147483661"/>
              <ac:spMk id="9" creationId="{4BFCA498-348C-4A5E-9EF5-B337E69E3111}"/>
            </ac:spMkLst>
          </pc:spChg>
        </pc:sldLayoutChg>
      </pc:sldMasterChg>
    </pc:docChg>
  </pc:docChgLst>
  <pc:docChgLst>
    <pc:chgData name="CRISTOFHER ANDRES ROJAS ROJAS" userId="ff4a2ee5-b92d-4cf2-97fa-1b800dd1f1dd" providerId="ADAL" clId="{4578CC14-6DAD-489B-AF16-1125D7F8A148}"/>
    <pc:docChg chg="undo custSel mod addSld delSld modSld sldOrd">
      <pc:chgData name="CRISTOFHER ANDRES ROJAS ROJAS" userId="ff4a2ee5-b92d-4cf2-97fa-1b800dd1f1dd" providerId="ADAL" clId="{4578CC14-6DAD-489B-AF16-1125D7F8A148}" dt="2020-04-15T21:53:48.874" v="1229" actId="20577"/>
      <pc:docMkLst>
        <pc:docMk/>
      </pc:docMkLst>
      <pc:sldChg chg="addSp modSp">
        <pc:chgData name="CRISTOFHER ANDRES ROJAS ROJAS" userId="ff4a2ee5-b92d-4cf2-97fa-1b800dd1f1dd" providerId="ADAL" clId="{4578CC14-6DAD-489B-AF16-1125D7F8A148}" dt="2020-04-15T04:01:38.878" v="126" actId="20577"/>
        <pc:sldMkLst>
          <pc:docMk/>
          <pc:sldMk cId="2505037563" sldId="256"/>
        </pc:sldMkLst>
        <pc:spChg chg="mod">
          <ac:chgData name="CRISTOFHER ANDRES ROJAS ROJAS" userId="ff4a2ee5-b92d-4cf2-97fa-1b800dd1f1dd" providerId="ADAL" clId="{4578CC14-6DAD-489B-AF16-1125D7F8A148}" dt="2020-04-15T04:01:38.878" v="126" actId="20577"/>
          <ac:spMkLst>
            <pc:docMk/>
            <pc:sldMk cId="2505037563" sldId="256"/>
            <ac:spMk id="3" creationId="{00000000-0000-0000-0000-000000000000}"/>
          </ac:spMkLst>
        </pc:spChg>
        <pc:spChg chg="add mod">
          <ac:chgData name="CRISTOFHER ANDRES ROJAS ROJAS" userId="ff4a2ee5-b92d-4cf2-97fa-1b800dd1f1dd" providerId="ADAL" clId="{4578CC14-6DAD-489B-AF16-1125D7F8A148}" dt="2020-04-15T04:00:37.066" v="22" actId="20577"/>
          <ac:spMkLst>
            <pc:docMk/>
            <pc:sldMk cId="2505037563" sldId="256"/>
            <ac:spMk id="6" creationId="{4BFCA498-348C-4A5E-9EF5-B337E69E3111}"/>
          </ac:spMkLst>
        </pc:spChg>
        <pc:spChg chg="add mod">
          <ac:chgData name="CRISTOFHER ANDRES ROJAS ROJAS" userId="ff4a2ee5-b92d-4cf2-97fa-1b800dd1f1dd" providerId="ADAL" clId="{4578CC14-6DAD-489B-AF16-1125D7F8A148}" dt="2020-04-15T04:00:57.591" v="27" actId="1076"/>
          <ac:spMkLst>
            <pc:docMk/>
            <pc:sldMk cId="2505037563" sldId="256"/>
            <ac:spMk id="7" creationId="{8555F635-70D4-4AE3-859D-A80843BF7309}"/>
          </ac:spMkLst>
        </pc:spChg>
        <pc:spChg chg="add mod">
          <ac:chgData name="CRISTOFHER ANDRES ROJAS ROJAS" userId="ff4a2ee5-b92d-4cf2-97fa-1b800dd1f1dd" providerId="ADAL" clId="{4578CC14-6DAD-489B-AF16-1125D7F8A148}" dt="2020-04-15T04:01:29.468" v="103" actId="14100"/>
          <ac:spMkLst>
            <pc:docMk/>
            <pc:sldMk cId="2505037563" sldId="256"/>
            <ac:spMk id="8" creationId="{4B3C8749-A33F-49FE-B61E-25BC4F1F402D}"/>
          </ac:spMkLst>
        </pc:spChg>
      </pc:sldChg>
      <pc:sldChg chg="addSp delSp modSp mod setBg">
        <pc:chgData name="CRISTOFHER ANDRES ROJAS ROJAS" userId="ff4a2ee5-b92d-4cf2-97fa-1b800dd1f1dd" providerId="ADAL" clId="{4578CC14-6DAD-489B-AF16-1125D7F8A148}" dt="2020-04-15T04:31:02.303" v="1114" actId="20577"/>
        <pc:sldMkLst>
          <pc:docMk/>
          <pc:sldMk cId="1682723415" sldId="257"/>
        </pc:sldMkLst>
        <pc:spChg chg="mod">
          <ac:chgData name="CRISTOFHER ANDRES ROJAS ROJAS" userId="ff4a2ee5-b92d-4cf2-97fa-1b800dd1f1dd" providerId="ADAL" clId="{4578CC14-6DAD-489B-AF16-1125D7F8A148}" dt="2020-04-15T04:11:50.739" v="195" actId="14100"/>
          <ac:spMkLst>
            <pc:docMk/>
            <pc:sldMk cId="1682723415" sldId="257"/>
            <ac:spMk id="3" creationId="{00000000-0000-0000-0000-000000000000}"/>
          </ac:spMkLst>
        </pc:spChg>
        <pc:spChg chg="add">
          <ac:chgData name="CRISTOFHER ANDRES ROJAS ROJAS" userId="ff4a2ee5-b92d-4cf2-97fa-1b800dd1f1dd" providerId="ADAL" clId="{4578CC14-6DAD-489B-AF16-1125D7F8A148}" dt="2020-04-15T04:15:12.574" v="251"/>
          <ac:spMkLst>
            <pc:docMk/>
            <pc:sldMk cId="1682723415" sldId="257"/>
            <ac:spMk id="6" creationId="{9EE24476-5CCE-461B-896C-E68598A6262D}"/>
          </ac:spMkLst>
        </pc:spChg>
        <pc:spChg chg="add">
          <ac:chgData name="CRISTOFHER ANDRES ROJAS ROJAS" userId="ff4a2ee5-b92d-4cf2-97fa-1b800dd1f1dd" providerId="ADAL" clId="{4578CC14-6DAD-489B-AF16-1125D7F8A148}" dt="2020-04-15T04:29:15.017" v="1094"/>
          <ac:spMkLst>
            <pc:docMk/>
            <pc:sldMk cId="1682723415" sldId="257"/>
            <ac:spMk id="7" creationId="{8802B3E2-C335-44FE-8B66-CC5BAD3D3B5B}"/>
          </ac:spMkLst>
        </pc:spChg>
        <pc:spChg chg="add del mod">
          <ac:chgData name="CRISTOFHER ANDRES ROJAS ROJAS" userId="ff4a2ee5-b92d-4cf2-97fa-1b800dd1f1dd" providerId="ADAL" clId="{4578CC14-6DAD-489B-AF16-1125D7F8A148}" dt="2020-04-15T04:29:25.471" v="1097" actId="478"/>
          <ac:spMkLst>
            <pc:docMk/>
            <pc:sldMk cId="1682723415" sldId="257"/>
            <ac:spMk id="8" creationId="{C9FA9AB8-0127-4B21-9B62-F265C3748864}"/>
          </ac:spMkLst>
        </pc:spChg>
        <pc:spChg chg="add mod">
          <ac:chgData name="CRISTOFHER ANDRES ROJAS ROJAS" userId="ff4a2ee5-b92d-4cf2-97fa-1b800dd1f1dd" providerId="ADAL" clId="{4578CC14-6DAD-489B-AF16-1125D7F8A148}" dt="2020-04-15T04:31:02.303" v="1114" actId="20577"/>
          <ac:spMkLst>
            <pc:docMk/>
            <pc:sldMk cId="1682723415" sldId="257"/>
            <ac:spMk id="9" creationId="{7657357B-CCE3-49B3-BAC6-B043C23EBB0D}"/>
          </ac:spMkLst>
        </pc:spChg>
        <pc:picChg chg="del mod">
          <ac:chgData name="CRISTOFHER ANDRES ROJAS ROJAS" userId="ff4a2ee5-b92d-4cf2-97fa-1b800dd1f1dd" providerId="ADAL" clId="{4578CC14-6DAD-489B-AF16-1125D7F8A148}" dt="2020-04-15T04:11:43.179" v="193" actId="478"/>
          <ac:picMkLst>
            <pc:docMk/>
            <pc:sldMk cId="1682723415" sldId="257"/>
            <ac:picMk id="4" creationId="{00000000-0000-0000-0000-000000000000}"/>
          </ac:picMkLst>
        </pc:picChg>
        <pc:picChg chg="add">
          <ac:chgData name="CRISTOFHER ANDRES ROJAS ROJAS" userId="ff4a2ee5-b92d-4cf2-97fa-1b800dd1f1dd" providerId="ADAL" clId="{4578CC14-6DAD-489B-AF16-1125D7F8A148}" dt="2020-04-15T04:11:40.931" v="192"/>
          <ac:picMkLst>
            <pc:docMk/>
            <pc:sldMk cId="1682723415" sldId="257"/>
            <ac:picMk id="5" creationId="{7FA56429-A415-4942-8596-E2E7D43B28E9}"/>
          </ac:picMkLst>
        </pc:picChg>
        <pc:picChg chg="add mod">
          <ac:chgData name="CRISTOFHER ANDRES ROJAS ROJAS" userId="ff4a2ee5-b92d-4cf2-97fa-1b800dd1f1dd" providerId="ADAL" clId="{4578CC14-6DAD-489B-AF16-1125D7F8A148}" dt="2020-04-15T04:11:55.665" v="196" actId="1076"/>
          <ac:picMkLst>
            <pc:docMk/>
            <pc:sldMk cId="1682723415" sldId="257"/>
            <ac:picMk id="2050" creationId="{EA2EA1A3-8C8E-48F3-B74B-E3391C7938B4}"/>
          </ac:picMkLst>
        </pc:picChg>
      </pc:sldChg>
      <pc:sldChg chg="add del">
        <pc:chgData name="CRISTOFHER ANDRES ROJAS ROJAS" userId="ff4a2ee5-b92d-4cf2-97fa-1b800dd1f1dd" providerId="ADAL" clId="{4578CC14-6DAD-489B-AF16-1125D7F8A148}" dt="2020-04-15T04:26:12.133" v="1093" actId="47"/>
        <pc:sldMkLst>
          <pc:docMk/>
          <pc:sldMk cId="354298414" sldId="258"/>
        </pc:sldMkLst>
      </pc:sldChg>
      <pc:sldChg chg="addSp modSp add ord setBg modAnim">
        <pc:chgData name="CRISTOFHER ANDRES ROJAS ROJAS" userId="ff4a2ee5-b92d-4cf2-97fa-1b800dd1f1dd" providerId="ADAL" clId="{4578CC14-6DAD-489B-AF16-1125D7F8A148}" dt="2020-04-15T04:12:40.053" v="204" actId="20577"/>
        <pc:sldMkLst>
          <pc:docMk/>
          <pc:sldMk cId="2707598819" sldId="260"/>
        </pc:sldMkLst>
        <pc:spChg chg="mod">
          <ac:chgData name="CRISTOFHER ANDRES ROJAS ROJAS" userId="ff4a2ee5-b92d-4cf2-97fa-1b800dd1f1dd" providerId="ADAL" clId="{4578CC14-6DAD-489B-AF16-1125D7F8A148}" dt="2020-04-15T04:12:40.053" v="204" actId="20577"/>
          <ac:spMkLst>
            <pc:docMk/>
            <pc:sldMk cId="2707598819" sldId="260"/>
            <ac:spMk id="3" creationId="{00000000-0000-0000-0000-000000000000}"/>
          </ac:spMkLst>
        </pc:spChg>
        <pc:picChg chg="add">
          <ac:chgData name="CRISTOFHER ANDRES ROJAS ROJAS" userId="ff4a2ee5-b92d-4cf2-97fa-1b800dd1f1dd" providerId="ADAL" clId="{4578CC14-6DAD-489B-AF16-1125D7F8A148}" dt="2020-04-15T04:02:19.695" v="137"/>
          <ac:picMkLst>
            <pc:docMk/>
            <pc:sldMk cId="2707598819" sldId="260"/>
            <ac:picMk id="6" creationId="{14A43F8F-EE3E-4CF8-8778-4D390B492303}"/>
          </ac:picMkLst>
        </pc:picChg>
      </pc:sldChg>
      <pc:sldChg chg="addSp delSp modSp add">
        <pc:chgData name="CRISTOFHER ANDRES ROJAS ROJAS" userId="ff4a2ee5-b92d-4cf2-97fa-1b800dd1f1dd" providerId="ADAL" clId="{4578CC14-6DAD-489B-AF16-1125D7F8A148}" dt="2020-04-15T04:30:55.976" v="1111" actId="20577"/>
        <pc:sldMkLst>
          <pc:docMk/>
          <pc:sldMk cId="1882310351" sldId="261"/>
        </pc:sldMkLst>
        <pc:spChg chg="add del">
          <ac:chgData name="CRISTOFHER ANDRES ROJAS ROJAS" userId="ff4a2ee5-b92d-4cf2-97fa-1b800dd1f1dd" providerId="ADAL" clId="{4578CC14-6DAD-489B-AF16-1125D7F8A148}" dt="2020-04-15T04:02:12.546" v="136"/>
          <ac:spMkLst>
            <pc:docMk/>
            <pc:sldMk cId="1882310351" sldId="261"/>
            <ac:spMk id="2" creationId="{D92B95A6-A961-4A47-BD41-21CFA2D9CA5B}"/>
          </ac:spMkLst>
        </pc:spChg>
        <pc:spChg chg="del">
          <ac:chgData name="CRISTOFHER ANDRES ROJAS ROJAS" userId="ff4a2ee5-b92d-4cf2-97fa-1b800dd1f1dd" providerId="ADAL" clId="{4578CC14-6DAD-489B-AF16-1125D7F8A148}" dt="2020-04-15T04:06:10.248" v="187"/>
          <ac:spMkLst>
            <pc:docMk/>
            <pc:sldMk cId="1882310351" sldId="261"/>
            <ac:spMk id="3" creationId="{00000000-0000-0000-0000-000000000000}"/>
          </ac:spMkLst>
        </pc:spChg>
        <pc:spChg chg="add">
          <ac:chgData name="CRISTOFHER ANDRES ROJAS ROJAS" userId="ff4a2ee5-b92d-4cf2-97fa-1b800dd1f1dd" providerId="ADAL" clId="{4578CC14-6DAD-489B-AF16-1125D7F8A148}" dt="2020-04-15T04:30:33.876" v="1106"/>
          <ac:spMkLst>
            <pc:docMk/>
            <pc:sldMk cId="1882310351" sldId="261"/>
            <ac:spMk id="5" creationId="{EB9C76F5-89E9-4A73-A1BC-3FF42FAE91EC}"/>
          </ac:spMkLst>
        </pc:spChg>
        <pc:spChg chg="add">
          <ac:chgData name="CRISTOFHER ANDRES ROJAS ROJAS" userId="ff4a2ee5-b92d-4cf2-97fa-1b800dd1f1dd" providerId="ADAL" clId="{4578CC14-6DAD-489B-AF16-1125D7F8A148}" dt="2020-04-15T04:15:14.319" v="252"/>
          <ac:spMkLst>
            <pc:docMk/>
            <pc:sldMk cId="1882310351" sldId="261"/>
            <ac:spMk id="6" creationId="{5ED49165-F672-435F-BA1C-4889BBBB405F}"/>
          </ac:spMkLst>
        </pc:spChg>
        <pc:spChg chg="add mod">
          <ac:chgData name="CRISTOFHER ANDRES ROJAS ROJAS" userId="ff4a2ee5-b92d-4cf2-97fa-1b800dd1f1dd" providerId="ADAL" clId="{4578CC14-6DAD-489B-AF16-1125D7F8A148}" dt="2020-04-15T04:30:55.976" v="1111" actId="20577"/>
          <ac:spMkLst>
            <pc:docMk/>
            <pc:sldMk cId="1882310351" sldId="261"/>
            <ac:spMk id="7" creationId="{A33176D2-3CBE-4FD0-928E-F0C18BCE4138}"/>
          </ac:spMkLst>
        </pc:spChg>
        <pc:picChg chg="add">
          <ac:chgData name="CRISTOFHER ANDRES ROJAS ROJAS" userId="ff4a2ee5-b92d-4cf2-97fa-1b800dd1f1dd" providerId="ADAL" clId="{4578CC14-6DAD-489B-AF16-1125D7F8A148}" dt="2020-04-15T04:06:10.248" v="187"/>
          <ac:picMkLst>
            <pc:docMk/>
            <pc:sldMk cId="1882310351" sldId="261"/>
            <ac:picMk id="1026" creationId="{C4A1D1E8-E136-467D-B331-0899B1DF1AAA}"/>
          </ac:picMkLst>
        </pc:picChg>
      </pc:sldChg>
      <pc:sldChg chg="new del">
        <pc:chgData name="CRISTOFHER ANDRES ROJAS ROJAS" userId="ff4a2ee5-b92d-4cf2-97fa-1b800dd1f1dd" providerId="ADAL" clId="{4578CC14-6DAD-489B-AF16-1125D7F8A148}" dt="2020-04-15T04:12:06.937" v="198" actId="680"/>
        <pc:sldMkLst>
          <pc:docMk/>
          <pc:sldMk cId="2327098000" sldId="262"/>
        </pc:sldMkLst>
      </pc:sldChg>
      <pc:sldChg chg="addSp delSp modSp add setBg">
        <pc:chgData name="CRISTOFHER ANDRES ROJAS ROJAS" userId="ff4a2ee5-b92d-4cf2-97fa-1b800dd1f1dd" providerId="ADAL" clId="{4578CC14-6DAD-489B-AF16-1125D7F8A148}" dt="2020-04-15T04:37:45.374" v="1191" actId="313"/>
        <pc:sldMkLst>
          <pc:docMk/>
          <pc:sldMk cId="2659890596" sldId="262"/>
        </pc:sldMkLst>
        <pc:spChg chg="mod">
          <ac:chgData name="CRISTOFHER ANDRES ROJAS ROJAS" userId="ff4a2ee5-b92d-4cf2-97fa-1b800dd1f1dd" providerId="ADAL" clId="{4578CC14-6DAD-489B-AF16-1125D7F8A148}" dt="2020-04-15T04:37:45.374" v="1191" actId="313"/>
          <ac:spMkLst>
            <pc:docMk/>
            <pc:sldMk cId="2659890596" sldId="262"/>
            <ac:spMk id="3" creationId="{00000000-0000-0000-0000-000000000000}"/>
          </ac:spMkLst>
        </pc:spChg>
        <pc:spChg chg="add">
          <ac:chgData name="CRISTOFHER ANDRES ROJAS ROJAS" userId="ff4a2ee5-b92d-4cf2-97fa-1b800dd1f1dd" providerId="ADAL" clId="{4578CC14-6DAD-489B-AF16-1125D7F8A148}" dt="2020-04-15T04:15:10.609" v="250"/>
          <ac:spMkLst>
            <pc:docMk/>
            <pc:sldMk cId="2659890596" sldId="262"/>
            <ac:spMk id="6" creationId="{F6D51BFA-A881-494A-9605-EC6E4DF387C7}"/>
          </ac:spMkLst>
        </pc:spChg>
        <pc:spChg chg="add mod">
          <ac:chgData name="CRISTOFHER ANDRES ROJAS ROJAS" userId="ff4a2ee5-b92d-4cf2-97fa-1b800dd1f1dd" providerId="ADAL" clId="{4578CC14-6DAD-489B-AF16-1125D7F8A148}" dt="2020-04-15T04:31:13.923" v="1117" actId="20577"/>
          <ac:spMkLst>
            <pc:docMk/>
            <pc:sldMk cId="2659890596" sldId="262"/>
            <ac:spMk id="7" creationId="{A5E2500C-D187-4F08-8D98-3D33BFEA4C8C}"/>
          </ac:spMkLst>
        </pc:spChg>
        <pc:spChg chg="add">
          <ac:chgData name="CRISTOFHER ANDRES ROJAS ROJAS" userId="ff4a2ee5-b92d-4cf2-97fa-1b800dd1f1dd" providerId="ADAL" clId="{4578CC14-6DAD-489B-AF16-1125D7F8A148}" dt="2020-04-15T04:30:15.177" v="1105"/>
          <ac:spMkLst>
            <pc:docMk/>
            <pc:sldMk cId="2659890596" sldId="262"/>
            <ac:spMk id="8" creationId="{683E8BFC-0054-4F07-9CCE-C745DB417197}"/>
          </ac:spMkLst>
        </pc:spChg>
        <pc:picChg chg="del">
          <ac:chgData name="CRISTOFHER ANDRES ROJAS ROJAS" userId="ff4a2ee5-b92d-4cf2-97fa-1b800dd1f1dd" providerId="ADAL" clId="{4578CC14-6DAD-489B-AF16-1125D7F8A148}" dt="2020-04-15T04:31:19.190" v="1118" actId="478"/>
          <ac:picMkLst>
            <pc:docMk/>
            <pc:sldMk cId="2659890596" sldId="262"/>
            <ac:picMk id="2050" creationId="{EA2EA1A3-8C8E-48F3-B74B-E3391C7938B4}"/>
          </ac:picMkLst>
        </pc:picChg>
      </pc:sldChg>
      <pc:sldChg chg="new del">
        <pc:chgData name="CRISTOFHER ANDRES ROJAS ROJAS" userId="ff4a2ee5-b92d-4cf2-97fa-1b800dd1f1dd" providerId="ADAL" clId="{4578CC14-6DAD-489B-AF16-1125D7F8A148}" dt="2020-04-15T04:13:23.240" v="207" actId="47"/>
        <pc:sldMkLst>
          <pc:docMk/>
          <pc:sldMk cId="3893239548" sldId="263"/>
        </pc:sldMkLst>
      </pc:sldChg>
      <pc:sldChg chg="addSp delSp modSp add delAnim modAnim">
        <pc:chgData name="CRISTOFHER ANDRES ROJAS ROJAS" userId="ff4a2ee5-b92d-4cf2-97fa-1b800dd1f1dd" providerId="ADAL" clId="{4578CC14-6DAD-489B-AF16-1125D7F8A148}" dt="2020-04-15T04:15:24.325" v="253"/>
        <pc:sldMkLst>
          <pc:docMk/>
          <pc:sldMk cId="1702473761" sldId="346"/>
        </pc:sldMkLst>
        <pc:spChg chg="mod">
          <ac:chgData name="CRISTOFHER ANDRES ROJAS ROJAS" userId="ff4a2ee5-b92d-4cf2-97fa-1b800dd1f1dd" providerId="ADAL" clId="{4578CC14-6DAD-489B-AF16-1125D7F8A148}" dt="2020-04-15T04:13:41.646" v="209"/>
          <ac:spMkLst>
            <pc:docMk/>
            <pc:sldMk cId="1702473761" sldId="346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578CC14-6DAD-489B-AF16-1125D7F8A148}" dt="2020-04-15T04:14:49.433" v="247" actId="14100"/>
          <ac:spMkLst>
            <pc:docMk/>
            <pc:sldMk cId="1702473761" sldId="346"/>
            <ac:spMk id="7" creationId="{00000000-0000-0000-0000-000000000000}"/>
          </ac:spMkLst>
        </pc:spChg>
        <pc:spChg chg="del mod">
          <ac:chgData name="CRISTOFHER ANDRES ROJAS ROJAS" userId="ff4a2ee5-b92d-4cf2-97fa-1b800dd1f1dd" providerId="ADAL" clId="{4578CC14-6DAD-489B-AF16-1125D7F8A148}" dt="2020-04-15T04:13:47.561" v="211" actId="478"/>
          <ac:spMkLst>
            <pc:docMk/>
            <pc:sldMk cId="1702473761" sldId="346"/>
            <ac:spMk id="11" creationId="{ECF0F7E9-AD65-824A-AADF-DE6D17116FFB}"/>
          </ac:spMkLst>
        </pc:spChg>
        <pc:picChg chg="add">
          <ac:chgData name="CRISTOFHER ANDRES ROJAS ROJAS" userId="ff4a2ee5-b92d-4cf2-97fa-1b800dd1f1dd" providerId="ADAL" clId="{4578CC14-6DAD-489B-AF16-1125D7F8A148}" dt="2020-04-15T04:15:24.325" v="253"/>
          <ac:picMkLst>
            <pc:docMk/>
            <pc:sldMk cId="1702473761" sldId="346"/>
            <ac:picMk id="8" creationId="{6C881E53-0394-443D-BA24-2DCFD2138668}"/>
          </ac:picMkLst>
        </pc:picChg>
      </pc:sldChg>
      <pc:sldChg chg="addSp modSp add modAnim">
        <pc:chgData name="CRISTOFHER ANDRES ROJAS ROJAS" userId="ff4a2ee5-b92d-4cf2-97fa-1b800dd1f1dd" providerId="ADAL" clId="{4578CC14-6DAD-489B-AF16-1125D7F8A148}" dt="2020-04-15T04:16:49.886" v="297"/>
        <pc:sldMkLst>
          <pc:docMk/>
          <pc:sldMk cId="1942762564" sldId="347"/>
        </pc:sldMkLst>
        <pc:spChg chg="mod">
          <ac:chgData name="CRISTOFHER ANDRES ROJAS ROJAS" userId="ff4a2ee5-b92d-4cf2-97fa-1b800dd1f1dd" providerId="ADAL" clId="{4578CC14-6DAD-489B-AF16-1125D7F8A148}" dt="2020-04-15T04:16:01.966" v="279" actId="20577"/>
          <ac:spMkLst>
            <pc:docMk/>
            <pc:sldMk cId="1942762564" sldId="347"/>
            <ac:spMk id="7" creationId="{00000000-0000-0000-0000-000000000000}"/>
          </ac:spMkLst>
        </pc:spChg>
        <pc:picChg chg="add">
          <ac:chgData name="CRISTOFHER ANDRES ROJAS ROJAS" userId="ff4a2ee5-b92d-4cf2-97fa-1b800dd1f1dd" providerId="ADAL" clId="{4578CC14-6DAD-489B-AF16-1125D7F8A148}" dt="2020-04-15T04:15:25.827" v="254"/>
          <ac:picMkLst>
            <pc:docMk/>
            <pc:sldMk cId="1942762564" sldId="347"/>
            <ac:picMk id="8" creationId="{5E349BF5-ED26-4D00-9B68-548253104712}"/>
          </ac:picMkLst>
        </pc:picChg>
      </pc:sldChg>
      <pc:sldChg chg="modSp add modAnim">
        <pc:chgData name="CRISTOFHER ANDRES ROJAS ROJAS" userId="ff4a2ee5-b92d-4cf2-97fa-1b800dd1f1dd" providerId="ADAL" clId="{4578CC14-6DAD-489B-AF16-1125D7F8A148}" dt="2020-04-15T04:18:58.616" v="470"/>
        <pc:sldMkLst>
          <pc:docMk/>
          <pc:sldMk cId="1444201569" sldId="348"/>
        </pc:sldMkLst>
        <pc:spChg chg="mod">
          <ac:chgData name="CRISTOFHER ANDRES ROJAS ROJAS" userId="ff4a2ee5-b92d-4cf2-97fa-1b800dd1f1dd" providerId="ADAL" clId="{4578CC14-6DAD-489B-AF16-1125D7F8A148}" dt="2020-04-15T04:16:16.507" v="291" actId="20577"/>
          <ac:spMkLst>
            <pc:docMk/>
            <pc:sldMk cId="1444201569" sldId="348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578CC14-6DAD-489B-AF16-1125D7F8A148}" dt="2020-04-15T04:18:47.846" v="469" actId="20577"/>
          <ac:spMkLst>
            <pc:docMk/>
            <pc:sldMk cId="1444201569" sldId="348"/>
            <ac:spMk id="7" creationId="{00000000-0000-0000-0000-000000000000}"/>
          </ac:spMkLst>
        </pc:spChg>
      </pc:sldChg>
      <pc:sldChg chg="modSp add modAnim">
        <pc:chgData name="CRISTOFHER ANDRES ROJAS ROJAS" userId="ff4a2ee5-b92d-4cf2-97fa-1b800dd1f1dd" providerId="ADAL" clId="{4578CC14-6DAD-489B-AF16-1125D7F8A148}" dt="2020-04-15T04:20:09.457" v="609" actId="20577"/>
        <pc:sldMkLst>
          <pc:docMk/>
          <pc:sldMk cId="3873343043" sldId="349"/>
        </pc:sldMkLst>
        <pc:spChg chg="mod">
          <ac:chgData name="CRISTOFHER ANDRES ROJAS ROJAS" userId="ff4a2ee5-b92d-4cf2-97fa-1b800dd1f1dd" providerId="ADAL" clId="{4578CC14-6DAD-489B-AF16-1125D7F8A148}" dt="2020-04-15T04:19:04.949" v="473" actId="20577"/>
          <ac:spMkLst>
            <pc:docMk/>
            <pc:sldMk cId="3873343043" sldId="349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578CC14-6DAD-489B-AF16-1125D7F8A148}" dt="2020-04-15T04:20:09.457" v="609" actId="20577"/>
          <ac:spMkLst>
            <pc:docMk/>
            <pc:sldMk cId="3873343043" sldId="349"/>
            <ac:spMk id="7" creationId="{00000000-0000-0000-0000-000000000000}"/>
          </ac:spMkLst>
        </pc:spChg>
      </pc:sldChg>
      <pc:sldChg chg="new del">
        <pc:chgData name="CRISTOFHER ANDRES ROJAS ROJAS" userId="ff4a2ee5-b92d-4cf2-97fa-1b800dd1f1dd" providerId="ADAL" clId="{4578CC14-6DAD-489B-AF16-1125D7F8A148}" dt="2020-04-15T04:20:13.617" v="611" actId="680"/>
        <pc:sldMkLst>
          <pc:docMk/>
          <pc:sldMk cId="909507210" sldId="350"/>
        </pc:sldMkLst>
      </pc:sldChg>
      <pc:sldChg chg="modSp add modAnim">
        <pc:chgData name="CRISTOFHER ANDRES ROJAS ROJAS" userId="ff4a2ee5-b92d-4cf2-97fa-1b800dd1f1dd" providerId="ADAL" clId="{4578CC14-6DAD-489B-AF16-1125D7F8A148}" dt="2020-04-15T21:53:48.874" v="1229" actId="20577"/>
        <pc:sldMkLst>
          <pc:docMk/>
          <pc:sldMk cId="2108958779" sldId="350"/>
        </pc:sldMkLst>
        <pc:spChg chg="mod">
          <ac:chgData name="CRISTOFHER ANDRES ROJAS ROJAS" userId="ff4a2ee5-b92d-4cf2-97fa-1b800dd1f1dd" providerId="ADAL" clId="{4578CC14-6DAD-489B-AF16-1125D7F8A148}" dt="2020-04-15T04:23:17.050" v="1028" actId="20577"/>
          <ac:spMkLst>
            <pc:docMk/>
            <pc:sldMk cId="2108958779" sldId="350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578CC14-6DAD-489B-AF16-1125D7F8A148}" dt="2020-04-15T21:53:48.874" v="1229" actId="20577"/>
          <ac:spMkLst>
            <pc:docMk/>
            <pc:sldMk cId="2108958779" sldId="350"/>
            <ac:spMk id="7" creationId="{00000000-0000-0000-0000-000000000000}"/>
          </ac:spMkLst>
        </pc:spChg>
      </pc:sldChg>
      <pc:sldChg chg="modSp add modAnim">
        <pc:chgData name="CRISTOFHER ANDRES ROJAS ROJAS" userId="ff4a2ee5-b92d-4cf2-97fa-1b800dd1f1dd" providerId="ADAL" clId="{4578CC14-6DAD-489B-AF16-1125D7F8A148}" dt="2020-04-15T21:53:23.391" v="1194" actId="13926"/>
        <pc:sldMkLst>
          <pc:docMk/>
          <pc:sldMk cId="3196129465" sldId="351"/>
        </pc:sldMkLst>
        <pc:spChg chg="mod">
          <ac:chgData name="CRISTOFHER ANDRES ROJAS ROJAS" userId="ff4a2ee5-b92d-4cf2-97fa-1b800dd1f1dd" providerId="ADAL" clId="{4578CC14-6DAD-489B-AF16-1125D7F8A148}" dt="2020-04-15T04:23:26.668" v="1034" actId="20577"/>
          <ac:spMkLst>
            <pc:docMk/>
            <pc:sldMk cId="3196129465" sldId="351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578CC14-6DAD-489B-AF16-1125D7F8A148}" dt="2020-04-15T21:53:23.391" v="1194" actId="13926"/>
          <ac:spMkLst>
            <pc:docMk/>
            <pc:sldMk cId="3196129465" sldId="351"/>
            <ac:spMk id="7" creationId="{00000000-0000-0000-0000-000000000000}"/>
          </ac:spMkLst>
        </pc:spChg>
      </pc:sldChg>
      <pc:sldChg chg="modSp add">
        <pc:chgData name="CRISTOFHER ANDRES ROJAS ROJAS" userId="ff4a2ee5-b92d-4cf2-97fa-1b800dd1f1dd" providerId="ADAL" clId="{4578CC14-6DAD-489B-AF16-1125D7F8A148}" dt="2020-04-15T21:53:20.465" v="1193" actId="13926"/>
        <pc:sldMkLst>
          <pc:docMk/>
          <pc:sldMk cId="736109266" sldId="352"/>
        </pc:sldMkLst>
        <pc:spChg chg="mod">
          <ac:chgData name="CRISTOFHER ANDRES ROJAS ROJAS" userId="ff4a2ee5-b92d-4cf2-97fa-1b800dd1f1dd" providerId="ADAL" clId="{4578CC14-6DAD-489B-AF16-1125D7F8A148}" dt="2020-04-15T21:53:20.465" v="1193" actId="13926"/>
          <ac:spMkLst>
            <pc:docMk/>
            <pc:sldMk cId="736109266" sldId="352"/>
            <ac:spMk id="7" creationId="{00000000-0000-0000-0000-000000000000}"/>
          </ac:spMkLst>
        </pc:spChg>
      </pc:sldChg>
      <pc:sldChg chg="add del">
        <pc:chgData name="CRISTOFHER ANDRES ROJAS ROJAS" userId="ff4a2ee5-b92d-4cf2-97fa-1b800dd1f1dd" providerId="ADAL" clId="{4578CC14-6DAD-489B-AF16-1125D7F8A148}" dt="2020-04-15T04:38:00.811" v="1192" actId="47"/>
        <pc:sldMkLst>
          <pc:docMk/>
          <pc:sldMk cId="2583594277" sldId="353"/>
        </pc:sldMkLst>
      </pc:sldChg>
      <pc:sldChg chg="new del">
        <pc:chgData name="CRISTOFHER ANDRES ROJAS ROJAS" userId="ff4a2ee5-b92d-4cf2-97fa-1b800dd1f1dd" providerId="ADAL" clId="{4578CC14-6DAD-489B-AF16-1125D7F8A148}" dt="2020-04-15T04:24:47.406" v="1082" actId="680"/>
        <pc:sldMkLst>
          <pc:docMk/>
          <pc:sldMk cId="2702834430" sldId="353"/>
        </pc:sldMkLst>
      </pc:sldChg>
      <pc:sldChg chg="new del">
        <pc:chgData name="CRISTOFHER ANDRES ROJAS ROJAS" userId="ff4a2ee5-b92d-4cf2-97fa-1b800dd1f1dd" providerId="ADAL" clId="{4578CC14-6DAD-489B-AF16-1125D7F8A148}" dt="2020-04-15T04:25:22.445" v="1086" actId="47"/>
        <pc:sldMkLst>
          <pc:docMk/>
          <pc:sldMk cId="3521599848" sldId="354"/>
        </pc:sldMkLst>
      </pc:sldChg>
      <pc:sldChg chg="addSp modSp add setBg modAnim">
        <pc:chgData name="CRISTOFHER ANDRES ROJAS ROJAS" userId="ff4a2ee5-b92d-4cf2-97fa-1b800dd1f1dd" providerId="ADAL" clId="{4578CC14-6DAD-489B-AF16-1125D7F8A148}" dt="2020-04-15T04:25:59.993" v="1091" actId="20577"/>
        <pc:sldMkLst>
          <pc:docMk/>
          <pc:sldMk cId="2010018448" sldId="374"/>
        </pc:sldMkLst>
        <pc:spChg chg="mod">
          <ac:chgData name="CRISTOFHER ANDRES ROJAS ROJAS" userId="ff4a2ee5-b92d-4cf2-97fa-1b800dd1f1dd" providerId="ADAL" clId="{4578CC14-6DAD-489B-AF16-1125D7F8A148}" dt="2020-04-15T04:25:59.993" v="1091" actId="20577"/>
          <ac:spMkLst>
            <pc:docMk/>
            <pc:sldMk cId="2010018448" sldId="374"/>
            <ac:spMk id="10" creationId="{C1287916-9F87-E541-93BB-A3CA78185987}"/>
          </ac:spMkLst>
        </pc:spChg>
        <pc:picChg chg="add">
          <ac:chgData name="CRISTOFHER ANDRES ROJAS ROJAS" userId="ff4a2ee5-b92d-4cf2-97fa-1b800dd1f1dd" providerId="ADAL" clId="{4578CC14-6DAD-489B-AF16-1125D7F8A148}" dt="2020-04-15T04:25:35.192" v="1088"/>
          <ac:picMkLst>
            <pc:docMk/>
            <pc:sldMk cId="2010018448" sldId="374"/>
            <ac:picMk id="7" creationId="{2DA9AD06-6661-4ED3-B11D-65DB91FEA491}"/>
          </ac:picMkLst>
        </pc:picChg>
      </pc:sldChg>
      <pc:sldChg chg="add">
        <pc:chgData name="CRISTOFHER ANDRES ROJAS ROJAS" userId="ff4a2ee5-b92d-4cf2-97fa-1b800dd1f1dd" providerId="ADAL" clId="{4578CC14-6DAD-489B-AF16-1125D7F8A148}" dt="2020-04-15T04:26:10.430" v="1092"/>
        <pc:sldMkLst>
          <pc:docMk/>
          <pc:sldMk cId="2452545310" sldId="3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F21A3B-4B54-478E-9548-A91E1B1C5643}" type="datetimeFigureOut">
              <a:rPr lang="es-CL" smtClean="0"/>
              <a:t>30-09-25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622E4-1B15-4ED3-B8E2-3FF910AB6EC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7187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37630" y="2417441"/>
            <a:ext cx="11759804" cy="1668070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75261" y="4409758"/>
            <a:ext cx="9684545" cy="198871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093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8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81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75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469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56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657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75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25A25-5545-4DC3-82F0-B0FDAC671EBD}" type="datetime1">
              <a:rPr lang="es-ES" smtClean="0"/>
              <a:t>30/9/25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8620" y="0"/>
            <a:ext cx="8099801" cy="453218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35361" y="716679"/>
            <a:ext cx="2548466" cy="878042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09357" y="7328707"/>
            <a:ext cx="8099801" cy="45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684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91755" y="311638"/>
            <a:ext cx="10668503" cy="129698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defRPr/>
            </a:lvl1pPr>
            <a:lvl2pPr algn="just">
              <a:defRPr/>
            </a:lvl2pPr>
            <a:lvl3pPr algn="just">
              <a:defRPr/>
            </a:lvl3pPr>
            <a:lvl4pPr algn="just">
              <a:defRPr/>
            </a:lvl4pPr>
            <a:lvl5pPr algn="just">
              <a:defRPr/>
            </a:lvl5pPr>
          </a:lstStyle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s-ES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6CFD9-E906-4A4B-952A-0B18D04055BA}" type="datetime1">
              <a:rPr lang="es-ES" smtClean="0"/>
              <a:t>30/9/25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4A43F8F-EE3E-4CF8-8778-4D390B4923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29220" y="335644"/>
            <a:ext cx="2048314" cy="705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405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2875" y="5000611"/>
            <a:ext cx="11759804" cy="1545577"/>
          </a:xfrm>
        </p:spPr>
        <p:txBody>
          <a:bodyPr anchor="t"/>
          <a:lstStyle>
            <a:lvl1pPr algn="l">
              <a:defRPr sz="4500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92875" y="3298312"/>
            <a:ext cx="11759804" cy="1702296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50939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1879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81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3758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469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5638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56577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07517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18F2F-B09A-4360-91A4-0970B48AAFB9}" type="datetime1">
              <a:rPr lang="es-ES" smtClean="0"/>
              <a:t>30/9/25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1548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91754" y="1815786"/>
            <a:ext cx="6110486" cy="5135711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032824" y="1815786"/>
            <a:ext cx="6110486" cy="5135711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774F7-C1E2-463E-B987-CB30F12A832E}" type="datetime1">
              <a:rPr lang="es-ES" smtClean="0"/>
              <a:t>30/9/25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6943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91754" y="1741927"/>
            <a:ext cx="6112888" cy="725952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09396" indent="0">
              <a:buNone/>
              <a:defRPr sz="2200" b="1"/>
            </a:lvl2pPr>
            <a:lvl3pPr marL="1018793" indent="0">
              <a:buNone/>
              <a:defRPr sz="2000" b="1"/>
            </a:lvl3pPr>
            <a:lvl4pPr marL="1528191" indent="0">
              <a:buNone/>
              <a:defRPr sz="1800" b="1"/>
            </a:lvl4pPr>
            <a:lvl5pPr marL="2037587" indent="0">
              <a:buNone/>
              <a:defRPr sz="1800" b="1"/>
            </a:lvl5pPr>
            <a:lvl6pPr marL="2546984" indent="0">
              <a:buNone/>
              <a:defRPr sz="1800" b="1"/>
            </a:lvl6pPr>
            <a:lvl7pPr marL="3056381" indent="0">
              <a:buNone/>
              <a:defRPr sz="1800" b="1"/>
            </a:lvl7pPr>
            <a:lvl8pPr marL="3565779" indent="0">
              <a:buNone/>
              <a:defRPr sz="1800" b="1"/>
            </a:lvl8pPr>
            <a:lvl9pPr marL="4075175" indent="0">
              <a:buNone/>
              <a:defRPr sz="18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91754" y="2467879"/>
            <a:ext cx="6112888" cy="4483614"/>
          </a:xfrm>
        </p:spPr>
        <p:txBody>
          <a:bodyPr/>
          <a:lstStyle>
            <a:lvl1pPr>
              <a:defRPr sz="27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028021" y="1741927"/>
            <a:ext cx="6115290" cy="725952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09396" indent="0">
              <a:buNone/>
              <a:defRPr sz="2200" b="1"/>
            </a:lvl2pPr>
            <a:lvl3pPr marL="1018793" indent="0">
              <a:buNone/>
              <a:defRPr sz="2000" b="1"/>
            </a:lvl3pPr>
            <a:lvl4pPr marL="1528191" indent="0">
              <a:buNone/>
              <a:defRPr sz="1800" b="1"/>
            </a:lvl4pPr>
            <a:lvl5pPr marL="2037587" indent="0">
              <a:buNone/>
              <a:defRPr sz="1800" b="1"/>
            </a:lvl5pPr>
            <a:lvl6pPr marL="2546984" indent="0">
              <a:buNone/>
              <a:defRPr sz="1800" b="1"/>
            </a:lvl6pPr>
            <a:lvl7pPr marL="3056381" indent="0">
              <a:buNone/>
              <a:defRPr sz="1800" b="1"/>
            </a:lvl7pPr>
            <a:lvl8pPr marL="3565779" indent="0">
              <a:buNone/>
              <a:defRPr sz="1800" b="1"/>
            </a:lvl8pPr>
            <a:lvl9pPr marL="4075175" indent="0">
              <a:buNone/>
              <a:defRPr sz="18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028021" y="2467879"/>
            <a:ext cx="6115290" cy="4483614"/>
          </a:xfrm>
        </p:spPr>
        <p:txBody>
          <a:bodyPr/>
          <a:lstStyle>
            <a:lvl1pPr>
              <a:defRPr sz="27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9CE3E-D85E-4C07-8DF3-EE81179FC87C}" type="datetime1">
              <a:rPr lang="es-ES" smtClean="0"/>
              <a:t>30/9/25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2936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8DCAB-65C6-4818-B03E-FEB86B5BD72A}" type="datetime1">
              <a:rPr lang="es-ES" smtClean="0"/>
              <a:t>30/9/25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6677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C3DC4-CADC-432B-90E3-19D9DE894AD9}" type="datetime1">
              <a:rPr lang="es-ES" smtClean="0"/>
              <a:t>30/9/25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0940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91756" y="309836"/>
            <a:ext cx="4551641" cy="1318604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409125" y="309840"/>
            <a:ext cx="7734184" cy="6641657"/>
          </a:xfrm>
        </p:spPr>
        <p:txBody>
          <a:bodyPr/>
          <a:lstStyle>
            <a:lvl1pPr>
              <a:defRPr sz="3600"/>
            </a:lvl1pPr>
            <a:lvl2pPr>
              <a:defRPr sz="3100"/>
            </a:lvl2pPr>
            <a:lvl3pPr>
              <a:defRPr sz="27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91756" y="1628444"/>
            <a:ext cx="4551641" cy="5323053"/>
          </a:xfrm>
        </p:spPr>
        <p:txBody>
          <a:bodyPr/>
          <a:lstStyle>
            <a:lvl1pPr marL="0" indent="0">
              <a:buNone/>
              <a:defRPr sz="1600"/>
            </a:lvl1pPr>
            <a:lvl2pPr marL="509396" indent="0">
              <a:buNone/>
              <a:defRPr sz="1300"/>
            </a:lvl2pPr>
            <a:lvl3pPr marL="1018793" indent="0">
              <a:buNone/>
              <a:defRPr sz="1100"/>
            </a:lvl3pPr>
            <a:lvl4pPr marL="1528191" indent="0">
              <a:buNone/>
              <a:defRPr sz="1000"/>
            </a:lvl4pPr>
            <a:lvl5pPr marL="2037587" indent="0">
              <a:buNone/>
              <a:defRPr sz="1000"/>
            </a:lvl5pPr>
            <a:lvl6pPr marL="2546984" indent="0">
              <a:buNone/>
              <a:defRPr sz="1000"/>
            </a:lvl6pPr>
            <a:lvl7pPr marL="3056381" indent="0">
              <a:buNone/>
              <a:defRPr sz="1000"/>
            </a:lvl7pPr>
            <a:lvl8pPr marL="3565779" indent="0">
              <a:buNone/>
              <a:defRPr sz="1000"/>
            </a:lvl8pPr>
            <a:lvl9pPr marL="4075175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0F5A9-E6B8-4D75-B6F0-6363C62A9461}" type="datetime1">
              <a:rPr lang="es-ES" smtClean="0"/>
              <a:t>30/9/25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7748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11771" y="5447348"/>
            <a:ext cx="8301038" cy="643090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711771" y="695332"/>
            <a:ext cx="8301038" cy="4669155"/>
          </a:xfrm>
        </p:spPr>
        <p:txBody>
          <a:bodyPr/>
          <a:lstStyle>
            <a:lvl1pPr marL="0" indent="0">
              <a:buNone/>
              <a:defRPr sz="3600"/>
            </a:lvl1pPr>
            <a:lvl2pPr marL="509396" indent="0">
              <a:buNone/>
              <a:defRPr sz="3100"/>
            </a:lvl2pPr>
            <a:lvl3pPr marL="1018793" indent="0">
              <a:buNone/>
              <a:defRPr sz="2700"/>
            </a:lvl3pPr>
            <a:lvl4pPr marL="1528191" indent="0">
              <a:buNone/>
              <a:defRPr sz="2200"/>
            </a:lvl4pPr>
            <a:lvl5pPr marL="2037587" indent="0">
              <a:buNone/>
              <a:defRPr sz="2200"/>
            </a:lvl5pPr>
            <a:lvl6pPr marL="2546984" indent="0">
              <a:buNone/>
              <a:defRPr sz="2200"/>
            </a:lvl6pPr>
            <a:lvl7pPr marL="3056381" indent="0">
              <a:buNone/>
              <a:defRPr sz="2200"/>
            </a:lvl7pPr>
            <a:lvl8pPr marL="3565779" indent="0">
              <a:buNone/>
              <a:defRPr sz="2200"/>
            </a:lvl8pPr>
            <a:lvl9pPr marL="4075175" indent="0">
              <a:buNone/>
              <a:defRPr sz="22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711771" y="6090441"/>
            <a:ext cx="8301038" cy="913295"/>
          </a:xfrm>
        </p:spPr>
        <p:txBody>
          <a:bodyPr/>
          <a:lstStyle>
            <a:lvl1pPr marL="0" indent="0">
              <a:buNone/>
              <a:defRPr sz="1600"/>
            </a:lvl1pPr>
            <a:lvl2pPr marL="509396" indent="0">
              <a:buNone/>
              <a:defRPr sz="1300"/>
            </a:lvl2pPr>
            <a:lvl3pPr marL="1018793" indent="0">
              <a:buNone/>
              <a:defRPr sz="1100"/>
            </a:lvl3pPr>
            <a:lvl4pPr marL="1528191" indent="0">
              <a:buNone/>
              <a:defRPr sz="1000"/>
            </a:lvl4pPr>
            <a:lvl5pPr marL="2037587" indent="0">
              <a:buNone/>
              <a:defRPr sz="1000"/>
            </a:lvl5pPr>
            <a:lvl6pPr marL="2546984" indent="0">
              <a:buNone/>
              <a:defRPr sz="1000"/>
            </a:lvl6pPr>
            <a:lvl7pPr marL="3056381" indent="0">
              <a:buNone/>
              <a:defRPr sz="1000"/>
            </a:lvl7pPr>
            <a:lvl8pPr marL="3565779" indent="0">
              <a:buNone/>
              <a:defRPr sz="1000"/>
            </a:lvl8pPr>
            <a:lvl9pPr marL="4075175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E2EF4-72E9-446C-B6F6-A2528C8C469D}" type="datetime1">
              <a:rPr lang="es-ES" smtClean="0"/>
              <a:t>30/9/25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5181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A0D30-77A6-428E-A786-7D3A7FF1AFD9}" type="datetime1">
              <a:rPr lang="es-ES" smtClean="0"/>
              <a:t>30/9/25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8863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030422" y="311642"/>
            <a:ext cx="3112889" cy="6639855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91755" y="311642"/>
            <a:ext cx="9108083" cy="663985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9518D-84EB-452F-B513-69E23E37C6C5}" type="datetime1">
              <a:rPr lang="es-ES" smtClean="0"/>
              <a:t>30/9/25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2940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91755" y="311638"/>
            <a:ext cx="12451557" cy="1296988"/>
          </a:xfrm>
          <a:prstGeom prst="rect">
            <a:avLst/>
          </a:prstGeom>
        </p:spPr>
        <p:txBody>
          <a:bodyPr vert="horz" lIns="101882" tIns="50941" rIns="101882" bIns="50941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91755" y="1815786"/>
            <a:ext cx="12451557" cy="5135711"/>
          </a:xfrm>
          <a:prstGeom prst="rect">
            <a:avLst/>
          </a:prstGeom>
        </p:spPr>
        <p:txBody>
          <a:bodyPr vert="horz" lIns="101882" tIns="50941" rIns="101882" bIns="50941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91754" y="7212695"/>
            <a:ext cx="3228182" cy="414315"/>
          </a:xfrm>
          <a:prstGeom prst="rect">
            <a:avLst/>
          </a:prstGeom>
        </p:spPr>
        <p:txBody>
          <a:bodyPr vert="horz" lIns="101882" tIns="50941" rIns="101882" bIns="50941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3FFE4-C8E7-42C6-B2A3-B6F9AD8D08AE}" type="datetime1">
              <a:rPr lang="es-ES" smtClean="0"/>
              <a:t>30/9/25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726980" y="7212695"/>
            <a:ext cx="4381104" cy="414315"/>
          </a:xfrm>
          <a:prstGeom prst="rect">
            <a:avLst/>
          </a:prstGeom>
        </p:spPr>
        <p:txBody>
          <a:bodyPr vert="horz" lIns="101882" tIns="50941" rIns="101882" bIns="50941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9915129" y="7212695"/>
            <a:ext cx="3228182" cy="414315"/>
          </a:xfrm>
          <a:prstGeom prst="rect">
            <a:avLst/>
          </a:prstGeom>
        </p:spPr>
        <p:txBody>
          <a:bodyPr vert="horz" lIns="101882" tIns="50941" rIns="101882" bIns="50941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A54BD-AC63-BC40-87B5-8F267BC0565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3945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509396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2048" indent="-382048" algn="l" defTabSz="509396" rtl="0" eaLnBrk="1" latinLnBrk="0" hangingPunct="1">
        <a:spcBef>
          <a:spcPct val="20000"/>
        </a:spcBef>
        <a:buFont typeface="Arial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27770" indent="-318374" algn="l" defTabSz="509396" rtl="0" eaLnBrk="1" latinLnBrk="0" hangingPunct="1">
        <a:spcBef>
          <a:spcPct val="20000"/>
        </a:spcBef>
        <a:buFont typeface="Arial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73492" indent="-254698" algn="l" defTabSz="509396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82889" indent="-254698" algn="l" defTabSz="509396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92286" indent="-254698" algn="l" defTabSz="509396" rtl="0" eaLnBrk="1" latinLnBrk="0" hangingPunct="1">
        <a:spcBef>
          <a:spcPct val="20000"/>
        </a:spcBef>
        <a:buFont typeface="Arial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01683" indent="-254698" algn="l" defTabSz="509396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11080" indent="-254698" algn="l" defTabSz="509396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20477" indent="-254698" algn="l" defTabSz="509396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29874" indent="-254698" algn="l" defTabSz="509396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396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793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191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587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984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381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779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175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e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37629" y="1918344"/>
            <a:ext cx="11759804" cy="1668070"/>
          </a:xfrm>
        </p:spPr>
        <p:txBody>
          <a:bodyPr>
            <a:normAutofit fontScale="90000"/>
          </a:bodyPr>
          <a:lstStyle/>
          <a:p>
            <a:r>
              <a:rPr lang="es-E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Programación Front END</a:t>
            </a:r>
            <a:br>
              <a:rPr lang="es-E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s-E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Ingeniería en ejecución Informática</a:t>
            </a:r>
            <a:endParaRPr lang="es-CL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74900" y="5638296"/>
            <a:ext cx="9684545" cy="1988714"/>
          </a:xfrm>
        </p:spPr>
        <p:txBody>
          <a:bodyPr/>
          <a:lstStyle/>
          <a:p>
            <a:r>
              <a:rPr lang="es-CL" dirty="0"/>
              <a:t>Pablo Vilches Valenzuela</a:t>
            </a:r>
          </a:p>
          <a:p>
            <a:r>
              <a:rPr lang="es-CL" dirty="0"/>
              <a:t>Mg. En gestión Tecnológica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1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1E0E69C-BCD3-8445-031C-B0725A9750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092" t="9411" r="17110" b="28628"/>
          <a:stretch/>
        </p:blipFill>
        <p:spPr>
          <a:xfrm>
            <a:off x="5924324" y="3743156"/>
            <a:ext cx="1785695" cy="165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329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72ED0087-F3C5-52BA-5D5C-6FF1F49CF0D6}"/>
              </a:ext>
            </a:extLst>
          </p:cNvPr>
          <p:cNvSpPr/>
          <p:nvPr/>
        </p:nvSpPr>
        <p:spPr>
          <a:xfrm>
            <a:off x="0" y="0"/>
            <a:ext cx="6917531" cy="7781925"/>
          </a:xfrm>
          <a:prstGeom prst="rect">
            <a:avLst/>
          </a:prstGeom>
          <a:solidFill>
            <a:srgbClr val="314486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2</a:t>
            </a:fld>
            <a:endParaRPr lang="es-ES"/>
          </a:p>
        </p:txBody>
      </p:sp>
      <p:sp>
        <p:nvSpPr>
          <p:cNvPr id="5" name="Marcador de texto 1">
            <a:extLst>
              <a:ext uri="{FF2B5EF4-FFF2-40B4-BE49-F238E27FC236}">
                <a16:creationId xmlns:a16="http://schemas.microsoft.com/office/drawing/2014/main" id="{28C13F34-F968-7748-AAC6-774031BB773F}"/>
              </a:ext>
            </a:extLst>
          </p:cNvPr>
          <p:cNvSpPr txBox="1">
            <a:spLocks/>
          </p:cNvSpPr>
          <p:nvPr/>
        </p:nvSpPr>
        <p:spPr>
          <a:xfrm>
            <a:off x="765312" y="1272001"/>
            <a:ext cx="5705061" cy="52379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>
                <a:solidFill>
                  <a:schemeClr val="bg1"/>
                </a:solidFill>
              </a:rPr>
              <a:t>Contenido</a:t>
            </a:r>
          </a:p>
          <a:p>
            <a:pPr marL="0" indent="0">
              <a:buNone/>
            </a:pPr>
            <a:r>
              <a:rPr lang="es-ES" sz="2400" b="1" i="1" dirty="0">
                <a:solidFill>
                  <a:schemeClr val="bg1"/>
                </a:solidFill>
              </a:rPr>
              <a:t>Antes de comenzar…</a:t>
            </a:r>
          </a:p>
          <a:p>
            <a:pPr marL="0" indent="0">
              <a:buNone/>
            </a:pPr>
            <a:r>
              <a:rPr lang="es-ES" sz="2400" b="1" i="1" dirty="0">
                <a:solidFill>
                  <a:schemeClr val="bg1"/>
                </a:solidFill>
              </a:rPr>
              <a:t>Hoy veremos:</a:t>
            </a:r>
          </a:p>
          <a:p>
            <a:pPr marL="0" indent="0">
              <a:buNone/>
            </a:pPr>
            <a:endParaRPr lang="es-ES" sz="2400" b="1" i="1" dirty="0">
              <a:solidFill>
                <a:schemeClr val="bg1"/>
              </a:solidFill>
            </a:endParaRPr>
          </a:p>
          <a:p>
            <a:pPr lvl="1"/>
            <a:r>
              <a:rPr lang="es-CL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</a:t>
            </a:r>
          </a:p>
          <a:p>
            <a:pPr lvl="1"/>
            <a:r>
              <a:rPr lang="es-CL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Angular</a:t>
            </a:r>
            <a:endParaRPr lang="es-CL" sz="2000" dirty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s-CL" sz="2000" dirty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s-ES" sz="2400" b="1" i="1" dirty="0">
                <a:solidFill>
                  <a:schemeClr val="bg1"/>
                </a:solidFill>
              </a:rPr>
              <a:t>¿Qué aprendimos hoy?</a:t>
            </a:r>
          </a:p>
          <a:p>
            <a:pPr marL="0" indent="0">
              <a:buNone/>
            </a:pPr>
            <a:r>
              <a:rPr lang="es-ES" sz="2400" b="1" i="1" dirty="0">
                <a:solidFill>
                  <a:schemeClr val="bg1"/>
                </a:solidFill>
              </a:rPr>
              <a:t>Desafío final</a:t>
            </a:r>
          </a:p>
          <a:p>
            <a:pPr marL="0" indent="0">
              <a:buNone/>
            </a:pPr>
            <a:r>
              <a:rPr lang="es-ES" sz="2400" b="1" i="1" dirty="0">
                <a:solidFill>
                  <a:schemeClr val="bg1"/>
                </a:solidFill>
              </a:rPr>
              <a:t>Referencias documentales</a:t>
            </a:r>
            <a:endParaRPr lang="es-ES" i="1" dirty="0"/>
          </a:p>
          <a:p>
            <a:pPr marL="0" indent="0">
              <a:buFont typeface="Arial" panose="020B0604020202020204" pitchFamily="34" charset="0"/>
              <a:buNone/>
            </a:pPr>
            <a:endParaRPr lang="es-CL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1CD1DFD-A1F5-8B4D-0457-0DD2A6B7A4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092" t="9411" r="17110" b="28628"/>
          <a:stretch/>
        </p:blipFill>
        <p:spPr>
          <a:xfrm>
            <a:off x="10734675" y="4466484"/>
            <a:ext cx="2615663" cy="242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118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72ED0087-F3C5-52BA-5D5C-6FF1F49CF0D6}"/>
              </a:ext>
            </a:extLst>
          </p:cNvPr>
          <p:cNvSpPr/>
          <p:nvPr/>
        </p:nvSpPr>
        <p:spPr>
          <a:xfrm>
            <a:off x="0" y="4737038"/>
            <a:ext cx="13887608" cy="2310948"/>
          </a:xfrm>
          <a:prstGeom prst="rect">
            <a:avLst/>
          </a:prstGeom>
          <a:gradFill flip="none" rotWithShape="1">
            <a:gsLst>
              <a:gs pos="0">
                <a:srgbClr val="314486">
                  <a:shade val="30000"/>
                  <a:satMod val="115000"/>
                </a:srgbClr>
              </a:gs>
              <a:gs pos="50000">
                <a:srgbClr val="314486">
                  <a:shade val="67500"/>
                  <a:satMod val="115000"/>
                </a:srgbClr>
              </a:gs>
              <a:gs pos="100000">
                <a:srgbClr val="314486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CL" sz="1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3</a:t>
            </a:fld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595CA91-9293-9524-0CF4-F975377D354A}"/>
              </a:ext>
            </a:extLst>
          </p:cNvPr>
          <p:cNvSpPr txBox="1"/>
          <p:nvPr/>
        </p:nvSpPr>
        <p:spPr>
          <a:xfrm>
            <a:off x="-355651" y="5006721"/>
            <a:ext cx="69673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s-MX" sz="2800" b="1" dirty="0">
                <a:solidFill>
                  <a:schemeClr val="bg1"/>
                </a:solidFill>
              </a:rPr>
              <a:t>Git </a:t>
            </a:r>
            <a:endParaRPr lang="es-CL" sz="2800" b="1" dirty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067" y="1211333"/>
            <a:ext cx="4591133" cy="3443350"/>
          </a:xfrm>
          <a:prstGeom prst="rect">
            <a:avLst/>
          </a:prstGeom>
        </p:spPr>
      </p:pic>
      <p:sp>
        <p:nvSpPr>
          <p:cNvPr id="2" name="Rectángulo 1"/>
          <p:cNvSpPr/>
          <p:nvPr/>
        </p:nvSpPr>
        <p:spPr>
          <a:xfrm>
            <a:off x="213358" y="5650327"/>
            <a:ext cx="1261822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Git es un </a:t>
            </a:r>
            <a:r>
              <a:rPr lang="es-ES" b="1" i="0" u="none" strike="noStrike" dirty="0">
                <a:solidFill>
                  <a:schemeClr val="bg1"/>
                </a:solidFill>
                <a:effectLst/>
              </a:rPr>
              <a:t>sistema de control de versiones distribuido</a:t>
            </a:r>
            <a:r>
              <a:rPr lang="es-ES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, es decir, una herramienta que te ayuda a llevar un registro de los cambios en tu código o archivos a lo largo del tiempo.</a:t>
            </a:r>
            <a:br>
              <a:rPr lang="es-ES" dirty="0">
                <a:solidFill>
                  <a:schemeClr val="bg1"/>
                </a:solidFill>
              </a:rPr>
            </a:br>
            <a:endParaRPr lang="es-MX" dirty="0">
              <a:solidFill>
                <a:schemeClr val="bg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EACC8F9-E2CE-0113-9136-579B31F89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8801" y="3488676"/>
            <a:ext cx="1061401" cy="1061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142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4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0" y="1136328"/>
            <a:ext cx="1971450" cy="1478588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0609"/>
            <a:ext cx="9635360" cy="45719"/>
          </a:xfrm>
          <a:prstGeom prst="rect">
            <a:avLst/>
          </a:prstGeom>
        </p:spPr>
      </p:pic>
      <p:sp>
        <p:nvSpPr>
          <p:cNvPr id="10" name="Título 1"/>
          <p:cNvSpPr txBox="1">
            <a:spLocks/>
          </p:cNvSpPr>
          <p:nvPr/>
        </p:nvSpPr>
        <p:spPr>
          <a:xfrm>
            <a:off x="98162" y="422061"/>
            <a:ext cx="2879214" cy="509729"/>
          </a:xfrm>
          <a:prstGeom prst="rect">
            <a:avLst/>
          </a:prstGeom>
        </p:spPr>
        <p:txBody>
          <a:bodyPr vert="horz" lIns="101882" tIns="50941" rIns="101882" bIns="50941" rtlCol="0" anchor="ctr">
            <a:normAutofit fontScale="60000" lnSpcReduction="20000"/>
          </a:bodyPr>
          <a:lstStyle>
            <a:lvl1pPr algn="ctr" defTabSz="509396" rtl="0" eaLnBrk="1" latinLnBrk="0" hangingPunct="1">
              <a:spcBef>
                <a:spcPct val="0"/>
              </a:spcBef>
              <a:buNone/>
              <a:defRPr sz="4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Git</a:t>
            </a:r>
            <a:endParaRPr lang="es-CL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D63D53E-6BAD-BF29-A26A-FD2D4F300662}"/>
              </a:ext>
            </a:extLst>
          </p:cNvPr>
          <p:cNvSpPr txBox="1"/>
          <p:nvPr/>
        </p:nvSpPr>
        <p:spPr>
          <a:xfrm>
            <a:off x="393080" y="1645420"/>
            <a:ext cx="108585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Git es un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sistema de control de versiones distribuido</a:t>
            </a:r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es decir, una herramienta que te ayuda a llevar un registro de los cambios en tu código o archivos a lo largo del tiempo.</a:t>
            </a:r>
            <a:br>
              <a:rPr lang="es-ES" dirty="0"/>
            </a:br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Sirve para que tú (o un equipo) puedan trabajar en un mismo proyecto de manera organizada, manteniendo un historial de versiones y pudiendo volver a un punto anterior si algo se rompe.</a:t>
            </a:r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EF76EFD-FEBB-FF5E-82F0-B8AC25A34E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4075" y="3477951"/>
            <a:ext cx="5986051" cy="386246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BC43BF4-1717-B63F-AB70-7ED4870111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4088" y="4170027"/>
            <a:ext cx="4406900" cy="184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98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5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0" y="1136328"/>
            <a:ext cx="1971450" cy="1478588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0609"/>
            <a:ext cx="9635360" cy="45719"/>
          </a:xfrm>
          <a:prstGeom prst="rect">
            <a:avLst/>
          </a:prstGeom>
        </p:spPr>
      </p:pic>
      <p:sp>
        <p:nvSpPr>
          <p:cNvPr id="10" name="Título 1"/>
          <p:cNvSpPr txBox="1">
            <a:spLocks/>
          </p:cNvSpPr>
          <p:nvPr/>
        </p:nvSpPr>
        <p:spPr>
          <a:xfrm>
            <a:off x="98162" y="422061"/>
            <a:ext cx="2879214" cy="509729"/>
          </a:xfrm>
          <a:prstGeom prst="rect">
            <a:avLst/>
          </a:prstGeom>
        </p:spPr>
        <p:txBody>
          <a:bodyPr vert="horz" lIns="101882" tIns="50941" rIns="101882" bIns="50941" rtlCol="0" anchor="ctr">
            <a:normAutofit fontScale="60000" lnSpcReduction="20000"/>
          </a:bodyPr>
          <a:lstStyle>
            <a:lvl1pPr algn="ctr" defTabSz="509396" rtl="0" eaLnBrk="1" latinLnBrk="0" hangingPunct="1">
              <a:spcBef>
                <a:spcPct val="0"/>
              </a:spcBef>
              <a:buNone/>
              <a:defRPr sz="4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¿Para qué sirve?</a:t>
            </a:r>
            <a:endParaRPr lang="es-CL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2E6DBD6-4B39-7EF7-6072-0212F080410E}"/>
              </a:ext>
            </a:extLst>
          </p:cNvPr>
          <p:cNvSpPr txBox="1"/>
          <p:nvPr/>
        </p:nvSpPr>
        <p:spPr>
          <a:xfrm>
            <a:off x="5760311" y="2415504"/>
            <a:ext cx="775009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s-ES" b="1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Guardar el historial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: Cada cambio que haces se puede "registrar" (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commit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) para que quede en el historial.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Colaborar en equipo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: Permite que varias personas trabajen en el mismo proyecto sin pisarse el trabajo (usando ramas).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Volver atrás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: Si algo sale mal, puedes volver a una versión anterior del proyecto.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Trabajar en paralelo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: Puedes crear ramas para probar nuevas ideas sin afectar el código principal.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3589627-0C2B-2509-088E-13D5595F15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78" y="2733656"/>
            <a:ext cx="4898985" cy="314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559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6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0" y="1136328"/>
            <a:ext cx="1971450" cy="147858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8492E54-C1C8-830A-D4BD-9EC1B36BE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572" y="1312259"/>
            <a:ext cx="10815770" cy="579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519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7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0" y="1136328"/>
            <a:ext cx="1971450" cy="1478588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0609"/>
            <a:ext cx="9635360" cy="45719"/>
          </a:xfrm>
          <a:prstGeom prst="rect">
            <a:avLst/>
          </a:prstGeom>
        </p:spPr>
      </p:pic>
      <p:sp>
        <p:nvSpPr>
          <p:cNvPr id="10" name="Título 1"/>
          <p:cNvSpPr txBox="1">
            <a:spLocks/>
          </p:cNvSpPr>
          <p:nvPr/>
        </p:nvSpPr>
        <p:spPr>
          <a:xfrm>
            <a:off x="98162" y="422061"/>
            <a:ext cx="3079935" cy="509729"/>
          </a:xfrm>
          <a:prstGeom prst="rect">
            <a:avLst/>
          </a:prstGeom>
        </p:spPr>
        <p:txBody>
          <a:bodyPr vert="horz" lIns="101882" tIns="50941" rIns="101882" bIns="50941" rtlCol="0" anchor="ctr">
            <a:normAutofit fontScale="85000" lnSpcReduction="10000"/>
          </a:bodyPr>
          <a:lstStyle>
            <a:lvl1pPr algn="ctr" defTabSz="509396" rtl="0" eaLnBrk="1" latinLnBrk="0" hangingPunct="1">
              <a:spcBef>
                <a:spcPct val="0"/>
              </a:spcBef>
              <a:buNone/>
              <a:defRPr sz="4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400" dirty="0"/>
              <a:t>Cómo se usa (flujo básico)</a:t>
            </a:r>
            <a:endParaRPr lang="es-CL" sz="2400" dirty="0"/>
          </a:p>
        </p:txBody>
      </p:sp>
      <p:sp>
        <p:nvSpPr>
          <p:cNvPr id="6" name="AutoShape 4" descr="FastAPI: Everything you need to know about the most widely used Python web  framework for Machine Learn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38D0FBE-BF31-4B15-C609-75F6F9C6CB28}"/>
              </a:ext>
            </a:extLst>
          </p:cNvPr>
          <p:cNvSpPr txBox="1"/>
          <p:nvPr/>
        </p:nvSpPr>
        <p:spPr>
          <a:xfrm>
            <a:off x="3783438" y="1325303"/>
            <a:ext cx="27177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Inicializar un repositorio</a:t>
            </a:r>
            <a:endParaRPr lang="es-ES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D40A3B4-17EB-6E7A-68E7-7B4340B903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6947" y="1865467"/>
            <a:ext cx="1333500" cy="48260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7F22A899-DEF4-3D2D-67E9-E13CE25F3C1E}"/>
              </a:ext>
            </a:extLst>
          </p:cNvPr>
          <p:cNvSpPr txBox="1"/>
          <p:nvPr/>
        </p:nvSpPr>
        <p:spPr>
          <a:xfrm>
            <a:off x="2999574" y="2870766"/>
            <a:ext cx="69193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Agregar archivos al área de preparación (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staging</a:t>
            </a:r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area</a:t>
            </a:r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)</a:t>
            </a:r>
            <a:endParaRPr lang="es-ES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033BBEF2-D80A-2BF9-7FDF-C7DCE6A29E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7392" y="3380749"/>
            <a:ext cx="2730500" cy="113030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9C7FB59C-FD3F-68AB-9179-45BA707C59C9}"/>
              </a:ext>
            </a:extLst>
          </p:cNvPr>
          <p:cNvSpPr txBox="1"/>
          <p:nvPr/>
        </p:nvSpPr>
        <p:spPr>
          <a:xfrm>
            <a:off x="3457866" y="5078147"/>
            <a:ext cx="69193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Registrar los cambios con un mensaje</a:t>
            </a:r>
            <a:endParaRPr lang="es-ES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D9AC2CB1-22FD-FBB7-93EF-485C963338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7866" y="5986722"/>
            <a:ext cx="4546600" cy="469900"/>
          </a:xfrm>
          <a:prstGeom prst="rect">
            <a:avLst/>
          </a:prstGeom>
        </p:spPr>
      </p:pic>
      <p:sp>
        <p:nvSpPr>
          <p:cNvPr id="20" name="Flecha abajo 19">
            <a:extLst>
              <a:ext uri="{FF2B5EF4-FFF2-40B4-BE49-F238E27FC236}">
                <a16:creationId xmlns:a16="http://schemas.microsoft.com/office/drawing/2014/main" id="{D361415D-421A-2732-613E-FC36657EA418}"/>
              </a:ext>
            </a:extLst>
          </p:cNvPr>
          <p:cNvSpPr/>
          <p:nvPr/>
        </p:nvSpPr>
        <p:spPr>
          <a:xfrm>
            <a:off x="10419077" y="1547972"/>
            <a:ext cx="512956" cy="388868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1835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8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0" y="1136328"/>
            <a:ext cx="1971450" cy="1478588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FCDAF047-CB54-2EA0-0761-EE2C753EB05E}"/>
              </a:ext>
            </a:extLst>
          </p:cNvPr>
          <p:cNvSpPr txBox="1"/>
          <p:nvPr/>
        </p:nvSpPr>
        <p:spPr>
          <a:xfrm>
            <a:off x="3055433" y="906133"/>
            <a:ext cx="69193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Vincular un repositorio remoto (por ejemplo, en GitHub)</a:t>
            </a:r>
            <a:endParaRPr lang="es-ES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7229839-6994-3869-79A0-78ADA6E56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1899" y="1570560"/>
            <a:ext cx="7391400" cy="444500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C01EE5D8-0FCB-E4CC-57B1-8939ED7A8C3C}"/>
              </a:ext>
            </a:extLst>
          </p:cNvPr>
          <p:cNvSpPr txBox="1"/>
          <p:nvPr/>
        </p:nvSpPr>
        <p:spPr>
          <a:xfrm>
            <a:off x="4519032" y="2705131"/>
            <a:ext cx="69193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Enviar los cambios al remoto</a:t>
            </a:r>
            <a:endParaRPr lang="es-ES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3D75A404-BE07-96B1-CE8D-C36C2ED0F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9622" y="3272918"/>
            <a:ext cx="2971800" cy="55880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ECBB7BE7-A7B7-A20B-346D-45276834E5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8129" y="5421584"/>
            <a:ext cx="1791111" cy="1791111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83258128-41A8-662C-F174-5F9FB3841F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8129" y="4636290"/>
            <a:ext cx="9635360" cy="45719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0B01F63C-3379-FE8B-BBB9-FBE8BA8DC5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2131" y="6316325"/>
            <a:ext cx="2565400" cy="431800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1A76A2B2-8452-C1AC-C210-2C3AEFC7733F}"/>
              </a:ext>
            </a:extLst>
          </p:cNvPr>
          <p:cNvSpPr txBox="1"/>
          <p:nvPr/>
        </p:nvSpPr>
        <p:spPr>
          <a:xfrm>
            <a:off x="3429240" y="5099057"/>
            <a:ext cx="69193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Obtener cambios de otros colaboradores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01581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9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0" y="1136328"/>
            <a:ext cx="1971450" cy="1478588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0609"/>
            <a:ext cx="9635360" cy="4571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2E67CE5-9CFC-F144-CC67-C82247A0DE72}"/>
              </a:ext>
            </a:extLst>
          </p:cNvPr>
          <p:cNvSpPr txBox="1"/>
          <p:nvPr/>
        </p:nvSpPr>
        <p:spPr>
          <a:xfrm>
            <a:off x="535257" y="356839"/>
            <a:ext cx="47838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¿Qué es una rama en Git?</a:t>
            </a:r>
            <a:endParaRPr lang="es-ES" sz="32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B335B48-FAB1-B12F-D037-A5AA79C82D01}"/>
              </a:ext>
            </a:extLst>
          </p:cNvPr>
          <p:cNvSpPr txBox="1"/>
          <p:nvPr/>
        </p:nvSpPr>
        <p:spPr>
          <a:xfrm>
            <a:off x="337324" y="1541086"/>
            <a:ext cx="1099928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Piensa en una rama como una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línea de tiempo paralela de tu proyecto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.</a:t>
            </a:r>
            <a:br>
              <a:rPr lang="es-ES" b="0" i="0" u="none" strike="noStrike" dirty="0">
                <a:solidFill>
                  <a:srgbClr val="000000"/>
                </a:solidFill>
                <a:effectLst/>
              </a:rPr>
            </a:b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La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rama principal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(generalmente llamada 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main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o master) contiene la versión estable del proyecto, la que funciona y puede ponerse en producción.</a:t>
            </a:r>
          </a:p>
          <a:p>
            <a:pPr algn="l"/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Cuando un desarrollador quiere trabajar en una nueva funcionalidad, no toca directamente la rama principal, sino que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crea una rama nueva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a partir de 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main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para trabajar allí sin romper nada.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5BB03328-63C4-4CBD-C6AF-45101D7CC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7002" y="3675019"/>
            <a:ext cx="7772400" cy="372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60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10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0" y="1136328"/>
            <a:ext cx="1971450" cy="147858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880C48C-D9D1-42C1-67CA-AEF1C75F224D}"/>
              </a:ext>
            </a:extLst>
          </p:cNvPr>
          <p:cNvSpPr txBox="1"/>
          <p:nvPr/>
        </p:nvSpPr>
        <p:spPr>
          <a:xfrm>
            <a:off x="660710" y="502471"/>
            <a:ext cx="69193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Flujo típico de trabajo con ramas</a:t>
            </a:r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7B469CD-60B9-DB67-F760-1E0FE93876CB}"/>
              </a:ext>
            </a:extLst>
          </p:cNvPr>
          <p:cNvSpPr txBox="1"/>
          <p:nvPr/>
        </p:nvSpPr>
        <p:spPr>
          <a:xfrm>
            <a:off x="872583" y="1291477"/>
            <a:ext cx="691933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Rama principal (</a:t>
            </a:r>
            <a:r>
              <a:rPr lang="es-ES" b="1" i="0" u="none" strike="noStrike" dirty="0" err="1">
                <a:solidFill>
                  <a:srgbClr val="000000"/>
                </a:solidFill>
                <a:effectLst/>
              </a:rPr>
              <a:t>main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)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Es la rama estable.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Aquí solo llega código que ya fue probado y revisado.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Se considera la versión oficial del proyecto.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B5FC222A-A936-7C2F-313F-47524EBBB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675" y="2830606"/>
            <a:ext cx="8504605" cy="4446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315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11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0" y="1136328"/>
            <a:ext cx="1971450" cy="1478588"/>
          </a:xfrm>
          <a:prstGeom prst="rect">
            <a:avLst/>
          </a:prstGeom>
        </p:spPr>
      </p:pic>
      <p:sp>
        <p:nvSpPr>
          <p:cNvPr id="10" name="Título 1"/>
          <p:cNvSpPr txBox="1">
            <a:spLocks/>
          </p:cNvSpPr>
          <p:nvPr/>
        </p:nvSpPr>
        <p:spPr>
          <a:xfrm>
            <a:off x="98162" y="422061"/>
            <a:ext cx="2044963" cy="509729"/>
          </a:xfrm>
          <a:prstGeom prst="rect">
            <a:avLst/>
          </a:prstGeom>
        </p:spPr>
        <p:txBody>
          <a:bodyPr vert="horz" lIns="101882" tIns="50941" rIns="101882" bIns="50941" rtlCol="0" anchor="ctr">
            <a:normAutofit fontScale="60000" lnSpcReduction="20000"/>
          </a:bodyPr>
          <a:lstStyle>
            <a:lvl1pPr algn="ctr" defTabSz="509396" rtl="0" eaLnBrk="1" latinLnBrk="0" hangingPunct="1">
              <a:spcBef>
                <a:spcPct val="0"/>
              </a:spcBef>
              <a:buNone/>
              <a:defRPr sz="4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68A1384-ECA3-2F41-2222-75CDC591206E}"/>
              </a:ext>
            </a:extLst>
          </p:cNvPr>
          <p:cNvSpPr txBox="1"/>
          <p:nvPr/>
        </p:nvSpPr>
        <p:spPr>
          <a:xfrm>
            <a:off x="756484" y="628496"/>
            <a:ext cx="691933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Ramas de características (</a:t>
            </a:r>
            <a:r>
              <a:rPr lang="es-ES" b="1" i="0" u="none" strike="noStrike" dirty="0" err="1">
                <a:solidFill>
                  <a:srgbClr val="000000"/>
                </a:solidFill>
                <a:effectLst/>
              </a:rPr>
              <a:t>feature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s-ES" b="1" i="0" u="none" strike="noStrike" dirty="0" err="1">
                <a:solidFill>
                  <a:srgbClr val="000000"/>
                </a:solidFill>
                <a:effectLst/>
              </a:rPr>
              <a:t>branches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)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Cada desarrollador crea una rama para trabajar en su tarea.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Ejemplo: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0C265CD-13D8-D7B4-234B-9CEB3BCC4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186" y="1952867"/>
            <a:ext cx="3771900" cy="5080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DA9A322-ACE1-8892-5F72-10ED1FC568BE}"/>
              </a:ext>
            </a:extLst>
          </p:cNvPr>
          <p:cNvSpPr txBox="1"/>
          <p:nvPr/>
        </p:nvSpPr>
        <p:spPr>
          <a:xfrm>
            <a:off x="2790186" y="2614916"/>
            <a:ext cx="69193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Esto crea y cambia a una rama nueva llamada </a:t>
            </a:r>
            <a:r>
              <a:rPr lang="es-ES" sz="1400" dirty="0" err="1"/>
              <a:t>feature</a:t>
            </a:r>
            <a:r>
              <a:rPr lang="es-ES" sz="1400" dirty="0"/>
              <a:t>/</a:t>
            </a:r>
            <a:r>
              <a:rPr lang="es-ES" sz="1400" dirty="0" err="1"/>
              <a:t>login</a:t>
            </a:r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  <a:endParaRPr lang="es-ES" sz="14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1D68A87-AAD8-74BB-3123-8F51141219C7}"/>
              </a:ext>
            </a:extLst>
          </p:cNvPr>
          <p:cNvSpPr txBox="1"/>
          <p:nvPr/>
        </p:nvSpPr>
        <p:spPr>
          <a:xfrm>
            <a:off x="756484" y="3676105"/>
            <a:ext cx="691933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Trabajo individual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El desarrollador hace cambios en su rama, agrega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commits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 y prueba.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Ejemplo: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48CB1578-76E3-CE8D-559F-DC27A0FE3A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7161" y="5394548"/>
            <a:ext cx="53721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964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72ED0087-F3C5-52BA-5D5C-6FF1F49CF0D6}"/>
              </a:ext>
            </a:extLst>
          </p:cNvPr>
          <p:cNvSpPr/>
          <p:nvPr/>
        </p:nvSpPr>
        <p:spPr>
          <a:xfrm>
            <a:off x="-52545" y="4901747"/>
            <a:ext cx="13887608" cy="2310948"/>
          </a:xfrm>
          <a:prstGeom prst="rect">
            <a:avLst/>
          </a:prstGeom>
          <a:gradFill flip="none" rotWithShape="1">
            <a:gsLst>
              <a:gs pos="0">
                <a:srgbClr val="314486">
                  <a:shade val="30000"/>
                  <a:satMod val="115000"/>
                </a:srgbClr>
              </a:gs>
              <a:gs pos="50000">
                <a:srgbClr val="314486">
                  <a:shade val="67500"/>
                  <a:satMod val="115000"/>
                </a:srgbClr>
              </a:gs>
              <a:gs pos="100000">
                <a:srgbClr val="314486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CL" sz="1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12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067" y="1211333"/>
            <a:ext cx="4591133" cy="3443350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213358" y="5182422"/>
            <a:ext cx="23786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</a:rPr>
              <a:t>Angular Servicios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DFAD688-1814-07B6-5906-68CD186A16B7}"/>
              </a:ext>
            </a:extLst>
          </p:cNvPr>
          <p:cNvSpPr txBox="1"/>
          <p:nvPr/>
        </p:nvSpPr>
        <p:spPr>
          <a:xfrm>
            <a:off x="308744" y="6043385"/>
            <a:ext cx="124487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En Angular, los </a:t>
            </a:r>
            <a:r>
              <a:rPr lang="es-ES" b="1" i="0" u="none" strike="noStrike" dirty="0">
                <a:solidFill>
                  <a:schemeClr val="bg1"/>
                </a:solidFill>
                <a:effectLst/>
              </a:rPr>
              <a:t>servicios</a:t>
            </a:r>
            <a:r>
              <a:rPr lang="es-ES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 son clases diseñadas para </a:t>
            </a:r>
            <a:r>
              <a:rPr lang="es-ES" b="1" i="0" u="none" strike="noStrike" dirty="0">
                <a:solidFill>
                  <a:schemeClr val="bg1"/>
                </a:solidFill>
                <a:effectLst/>
              </a:rPr>
              <a:t>encapsular lógica y funcionalidades reutilizables</a:t>
            </a:r>
            <a:r>
              <a:rPr lang="es-ES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 que no pertenecen directamente a la vista (componentes).</a:t>
            </a:r>
            <a:endParaRPr lang="es-ES" dirty="0">
              <a:solidFill>
                <a:schemeClr val="bg1"/>
              </a:solidFill>
            </a:endParaRPr>
          </a:p>
        </p:txBody>
      </p:sp>
      <p:pic>
        <p:nvPicPr>
          <p:cNvPr id="1026" name="Picture 2" descr="Instalaciones recomendadas para el curso de Angular Pro · GitHub">
            <a:extLst>
              <a:ext uri="{FF2B5EF4-FFF2-40B4-BE49-F238E27FC236}">
                <a16:creationId xmlns:a16="http://schemas.microsoft.com/office/drawing/2014/main" id="{221F06EB-5962-D8EB-0250-2F027B13C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77" y="3424058"/>
            <a:ext cx="4988689" cy="1558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4854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13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0" y="1136328"/>
            <a:ext cx="1971450" cy="1478588"/>
          </a:xfrm>
          <a:prstGeom prst="rect">
            <a:avLst/>
          </a:prstGeom>
        </p:spPr>
      </p:pic>
      <p:sp>
        <p:nvSpPr>
          <p:cNvPr id="10" name="Título 1"/>
          <p:cNvSpPr txBox="1">
            <a:spLocks/>
          </p:cNvSpPr>
          <p:nvPr/>
        </p:nvSpPr>
        <p:spPr>
          <a:xfrm>
            <a:off x="98162" y="422061"/>
            <a:ext cx="2044963" cy="509729"/>
          </a:xfrm>
          <a:prstGeom prst="rect">
            <a:avLst/>
          </a:prstGeom>
        </p:spPr>
        <p:txBody>
          <a:bodyPr vert="horz" lIns="101882" tIns="50941" rIns="101882" bIns="50941" rtlCol="0" anchor="ctr">
            <a:normAutofit fontScale="60000" lnSpcReduction="20000"/>
          </a:bodyPr>
          <a:lstStyle>
            <a:lvl1pPr algn="ctr" defTabSz="509396" rtl="0" eaLnBrk="1" latinLnBrk="0" hangingPunct="1">
              <a:spcBef>
                <a:spcPct val="0"/>
              </a:spcBef>
              <a:buNone/>
              <a:defRPr sz="4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86FFAF4-A101-1BBC-F425-36243E590832}"/>
              </a:ext>
            </a:extLst>
          </p:cNvPr>
          <p:cNvSpPr txBox="1"/>
          <p:nvPr/>
        </p:nvSpPr>
        <p:spPr>
          <a:xfrm>
            <a:off x="772609" y="931790"/>
            <a:ext cx="991082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En Angular, los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servicios</a:t>
            </a:r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son clases diseñadas para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encapsular lógica y funcionalidades reutilizables</a:t>
            </a:r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que no pertenecen directamente a la vista (componentes). Su propósito principal es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separar responsabilidades</a:t>
            </a:r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y facilitar la comunicación entre distintas partes de la aplicación.</a:t>
            </a:r>
            <a:endParaRPr lang="es-ES" dirty="0"/>
          </a:p>
        </p:txBody>
      </p:sp>
      <p:pic>
        <p:nvPicPr>
          <p:cNvPr id="7" name="Picture 2" descr="Instalaciones recomendadas para el curso de Angular Pro · GitHub">
            <a:extLst>
              <a:ext uri="{FF2B5EF4-FFF2-40B4-BE49-F238E27FC236}">
                <a16:creationId xmlns:a16="http://schemas.microsoft.com/office/drawing/2014/main" id="{ED1DAED8-D937-346E-5579-41549E8DA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5777" y="2651508"/>
            <a:ext cx="1631395" cy="50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ntroduction To Angular Service and Its Features">
            <a:extLst>
              <a:ext uri="{FF2B5EF4-FFF2-40B4-BE49-F238E27FC236}">
                <a16:creationId xmlns:a16="http://schemas.microsoft.com/office/drawing/2014/main" id="{581E2D7D-5EFF-DDA9-2F97-592CC1BD2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361" y="2951497"/>
            <a:ext cx="11328416" cy="3924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3062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14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0" y="1136328"/>
            <a:ext cx="1971450" cy="1478588"/>
          </a:xfrm>
          <a:prstGeom prst="rect">
            <a:avLst/>
          </a:prstGeom>
        </p:spPr>
      </p:pic>
      <p:sp>
        <p:nvSpPr>
          <p:cNvPr id="10" name="Título 1"/>
          <p:cNvSpPr txBox="1">
            <a:spLocks/>
          </p:cNvSpPr>
          <p:nvPr/>
        </p:nvSpPr>
        <p:spPr>
          <a:xfrm>
            <a:off x="98162" y="422061"/>
            <a:ext cx="2044963" cy="509729"/>
          </a:xfrm>
          <a:prstGeom prst="rect">
            <a:avLst/>
          </a:prstGeom>
        </p:spPr>
        <p:txBody>
          <a:bodyPr vert="horz" lIns="101882" tIns="50941" rIns="101882" bIns="50941" rtlCol="0" anchor="ctr">
            <a:normAutofit fontScale="60000" lnSpcReduction="20000"/>
          </a:bodyPr>
          <a:lstStyle>
            <a:lvl1pPr algn="ctr" defTabSz="509396" rtl="0" eaLnBrk="1" latinLnBrk="0" hangingPunct="1">
              <a:spcBef>
                <a:spcPct val="0"/>
              </a:spcBef>
              <a:buNone/>
              <a:defRPr sz="4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6F61A12-AB5D-4C03-48DE-F0EA2ECA3FFA}"/>
              </a:ext>
            </a:extLst>
          </p:cNvPr>
          <p:cNvSpPr txBox="1"/>
          <p:nvPr/>
        </p:nvSpPr>
        <p:spPr>
          <a:xfrm>
            <a:off x="517968" y="422061"/>
            <a:ext cx="69158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¿Qué son y para qué se ocupan?</a:t>
            </a:r>
            <a:endParaRPr lang="es-ES" sz="32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D4DC824-DA30-5C0A-33E8-5989006FC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0609"/>
            <a:ext cx="9635360" cy="4571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9E97C9A8-4EF5-1915-0C35-F1ABC3CC41B0}"/>
              </a:ext>
            </a:extLst>
          </p:cNvPr>
          <p:cNvSpPr txBox="1"/>
          <p:nvPr/>
        </p:nvSpPr>
        <p:spPr>
          <a:xfrm>
            <a:off x="517968" y="1842379"/>
            <a:ext cx="1168174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s-ES" b="1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Un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servicio en Angular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es una clase marcada con el decorador @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Injectable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() que puede inyectarse en componentes u otros servicios gracias al sistema de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Inyección de Dependencias (DI)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Se usan cuando necesitas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centralizar lógica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, como: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Acceso a datos desde una API (CRUD con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HttpClient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Manejo de autenticación y sesiones.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Almacenamiento de variables compartidas entre componentes.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Aplicar lógica de negocio (ejemplo: cálculos, validaciones).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Manejo de logs, notificaciones o utilidades generales.</a:t>
            </a:r>
          </a:p>
        </p:txBody>
      </p:sp>
      <p:pic>
        <p:nvPicPr>
          <p:cNvPr id="9" name="Picture 2" descr="Instalaciones recomendadas para el curso de Angular Pro · GitHub">
            <a:extLst>
              <a:ext uri="{FF2B5EF4-FFF2-40B4-BE49-F238E27FC236}">
                <a16:creationId xmlns:a16="http://schemas.microsoft.com/office/drawing/2014/main" id="{8A9232B1-8326-B07D-1BCB-8EBCACC40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5777" y="2651508"/>
            <a:ext cx="1631395" cy="50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1113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15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0" y="1136328"/>
            <a:ext cx="1971450" cy="1478588"/>
          </a:xfrm>
          <a:prstGeom prst="rect">
            <a:avLst/>
          </a:prstGeom>
        </p:spPr>
      </p:pic>
      <p:sp>
        <p:nvSpPr>
          <p:cNvPr id="10" name="Título 1"/>
          <p:cNvSpPr txBox="1">
            <a:spLocks/>
          </p:cNvSpPr>
          <p:nvPr/>
        </p:nvSpPr>
        <p:spPr>
          <a:xfrm>
            <a:off x="98162" y="422061"/>
            <a:ext cx="2044963" cy="509729"/>
          </a:xfrm>
          <a:prstGeom prst="rect">
            <a:avLst/>
          </a:prstGeom>
        </p:spPr>
        <p:txBody>
          <a:bodyPr vert="horz" lIns="101882" tIns="50941" rIns="101882" bIns="50941" rtlCol="0" anchor="ctr">
            <a:normAutofit fontScale="60000" lnSpcReduction="20000"/>
          </a:bodyPr>
          <a:lstStyle>
            <a:lvl1pPr algn="ctr" defTabSz="509396" rtl="0" eaLnBrk="1" latinLnBrk="0" hangingPunct="1">
              <a:spcBef>
                <a:spcPct val="0"/>
              </a:spcBef>
              <a:buNone/>
              <a:defRPr sz="4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AAF8430-4C59-E4C8-1A74-5A4F9097C6FD}"/>
              </a:ext>
            </a:extLst>
          </p:cNvPr>
          <p:cNvSpPr txBox="1"/>
          <p:nvPr/>
        </p:nvSpPr>
        <p:spPr>
          <a:xfrm>
            <a:off x="390646" y="422061"/>
            <a:ext cx="969090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Principal uso</a:t>
            </a:r>
          </a:p>
          <a:p>
            <a:pPr algn="l"/>
            <a:endParaRPr lang="es-ES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El uso más común es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comunicar el </a:t>
            </a:r>
            <a:r>
              <a:rPr lang="es-ES" b="1" i="0" u="none" strike="noStrike" dirty="0" err="1">
                <a:solidFill>
                  <a:srgbClr val="000000"/>
                </a:solidFill>
                <a:effectLst/>
              </a:rPr>
              <a:t>front-end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 con el back-</a:t>
            </a:r>
            <a:r>
              <a:rPr lang="es-ES" b="1" i="0" u="none" strike="noStrike" dirty="0" err="1">
                <a:solidFill>
                  <a:srgbClr val="000000"/>
                </a:solidFill>
                <a:effectLst/>
              </a:rPr>
              <a:t>end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mediante peticiones HTTP.</a:t>
            </a:r>
            <a:br>
              <a:rPr lang="es-ES" b="0" i="0" u="none" strike="noStrike" dirty="0">
                <a:solidFill>
                  <a:srgbClr val="000000"/>
                </a:solidFill>
                <a:effectLst/>
              </a:rPr>
            </a:b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Ejemplo: un servicio 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EstudianteService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que consulta, crea o elimina estudiantes en una API, y ese servicio es usado por múltiples componentes.</a:t>
            </a:r>
          </a:p>
        </p:txBody>
      </p:sp>
      <p:pic>
        <p:nvPicPr>
          <p:cNvPr id="3074" name="Picture 2" descr="Angular Services Singletons o no? - Arquitectura Java">
            <a:extLst>
              <a:ext uri="{FF2B5EF4-FFF2-40B4-BE49-F238E27FC236}">
                <a16:creationId xmlns:a16="http://schemas.microsoft.com/office/drawing/2014/main" id="{340F2645-D96C-0498-DC2F-AAE0C2667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646" y="2614916"/>
            <a:ext cx="5438413" cy="3152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764A2BE5-A0A7-C385-4F54-8DE2C56DB5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2969" y="2614916"/>
            <a:ext cx="6044407" cy="2711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nstalaciones recomendadas para el curso de Angular Pro · GitHub">
            <a:extLst>
              <a:ext uri="{FF2B5EF4-FFF2-40B4-BE49-F238E27FC236}">
                <a16:creationId xmlns:a16="http://schemas.microsoft.com/office/drawing/2014/main" id="{B9F51C01-3996-A818-0E31-37DEBA3944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5777" y="2651508"/>
            <a:ext cx="1631395" cy="50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9607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16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0" y="1136328"/>
            <a:ext cx="1971450" cy="1478588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0609"/>
            <a:ext cx="9635360" cy="45719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A1941EF3-A156-7FC9-6875-8761C9C1DD62}"/>
              </a:ext>
            </a:extLst>
          </p:cNvPr>
          <p:cNvSpPr txBox="1"/>
          <p:nvPr/>
        </p:nvSpPr>
        <p:spPr>
          <a:xfrm>
            <a:off x="336269" y="578724"/>
            <a:ext cx="69193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Beneficios de los servicios en Angular</a:t>
            </a:r>
            <a:endParaRPr lang="es-CL" sz="2400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AB11585-4DBC-669D-8962-052FAA4A8B45}"/>
              </a:ext>
            </a:extLst>
          </p:cNvPr>
          <p:cNvSpPr txBox="1"/>
          <p:nvPr/>
        </p:nvSpPr>
        <p:spPr>
          <a:xfrm>
            <a:off x="336269" y="1612208"/>
            <a:ext cx="1092867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s-ES" sz="2400" b="1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es-ES" sz="2400" b="1" i="0" u="none" strike="noStrike" dirty="0">
                <a:solidFill>
                  <a:srgbClr val="000000"/>
                </a:solidFill>
                <a:effectLst/>
              </a:rPr>
              <a:t>Reutilización de código</a:t>
            </a:r>
            <a:r>
              <a:rPr lang="es-ES" sz="2400" b="0" i="0" u="none" strike="noStrike" dirty="0">
                <a:solidFill>
                  <a:srgbClr val="000000"/>
                </a:solidFill>
                <a:effectLst/>
              </a:rPr>
              <a:t>: Evitas duplicar la misma lógica en distintos componentes.</a:t>
            </a:r>
          </a:p>
          <a:p>
            <a:pPr algn="l">
              <a:buFont typeface="+mj-lt"/>
              <a:buAutoNum type="arabicPeriod"/>
            </a:pPr>
            <a:r>
              <a:rPr lang="es-ES" sz="2400" b="1" i="0" u="none" strike="noStrike" dirty="0">
                <a:solidFill>
                  <a:srgbClr val="000000"/>
                </a:solidFill>
                <a:effectLst/>
              </a:rPr>
              <a:t>Separación de responsabilidades</a:t>
            </a:r>
            <a:r>
              <a:rPr lang="es-ES" sz="2400" b="0" i="0" u="none" strike="noStrike" dirty="0">
                <a:solidFill>
                  <a:srgbClr val="000000"/>
                </a:solidFill>
                <a:effectLst/>
              </a:rPr>
              <a:t>: Los componentes se enfocan en mostrar datos, y los servicios en manejar la lógica.</a:t>
            </a:r>
          </a:p>
          <a:p>
            <a:pPr algn="l">
              <a:buFont typeface="+mj-lt"/>
              <a:buAutoNum type="arabicPeriod"/>
            </a:pPr>
            <a:r>
              <a:rPr lang="es-ES" sz="2400" b="1" i="0" u="none" strike="noStrike" dirty="0">
                <a:solidFill>
                  <a:srgbClr val="000000"/>
                </a:solidFill>
                <a:effectLst/>
              </a:rPr>
              <a:t>Mantenibilidad</a:t>
            </a:r>
            <a:r>
              <a:rPr lang="es-ES" sz="2400" b="0" i="0" u="none" strike="noStrike" dirty="0">
                <a:solidFill>
                  <a:srgbClr val="000000"/>
                </a:solidFill>
                <a:effectLst/>
              </a:rPr>
              <a:t>: Si hay que cambiar la lógica (por ejemplo, un </a:t>
            </a:r>
            <a:r>
              <a:rPr lang="es-ES" sz="2400" b="0" i="0" u="none" strike="noStrike" dirty="0" err="1">
                <a:solidFill>
                  <a:srgbClr val="000000"/>
                </a:solidFill>
                <a:effectLst/>
              </a:rPr>
              <a:t>endpoint</a:t>
            </a:r>
            <a:r>
              <a:rPr lang="es-ES" sz="2400" b="0" i="0" u="none" strike="noStrike" dirty="0">
                <a:solidFill>
                  <a:srgbClr val="000000"/>
                </a:solidFill>
                <a:effectLst/>
              </a:rPr>
              <a:t> de API), solo se modifica en el servicio.</a:t>
            </a:r>
          </a:p>
          <a:p>
            <a:pPr algn="l">
              <a:buFont typeface="+mj-lt"/>
              <a:buAutoNum type="arabicPeriod"/>
            </a:pPr>
            <a:r>
              <a:rPr lang="es-ES" sz="2400" b="1" i="0" u="none" strike="noStrike" dirty="0" err="1">
                <a:solidFill>
                  <a:srgbClr val="000000"/>
                </a:solidFill>
                <a:effectLst/>
              </a:rPr>
              <a:t>Testabilidad</a:t>
            </a:r>
            <a:r>
              <a:rPr lang="es-ES" sz="2400" b="0" i="0" u="none" strike="noStrike" dirty="0">
                <a:solidFill>
                  <a:srgbClr val="000000"/>
                </a:solidFill>
                <a:effectLst/>
              </a:rPr>
              <a:t>: Los servicios son fáciles de testear de forma independiente con </a:t>
            </a:r>
            <a:r>
              <a:rPr lang="es-ES" sz="2400" b="0" i="0" u="none" strike="noStrike" dirty="0" err="1">
                <a:solidFill>
                  <a:srgbClr val="000000"/>
                </a:solidFill>
                <a:effectLst/>
              </a:rPr>
              <a:t>unit</a:t>
            </a:r>
            <a:r>
              <a:rPr lang="es-ES" sz="24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s-ES" sz="2400" b="0" i="0" u="none" strike="noStrike" dirty="0" err="1">
                <a:solidFill>
                  <a:srgbClr val="000000"/>
                </a:solidFill>
                <a:effectLst/>
              </a:rPr>
              <a:t>tests</a:t>
            </a:r>
            <a:r>
              <a:rPr lang="es-ES" sz="2400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s-ES" sz="2400" b="1" i="0" u="none" strike="noStrike" dirty="0">
                <a:solidFill>
                  <a:srgbClr val="000000"/>
                </a:solidFill>
                <a:effectLst/>
              </a:rPr>
              <a:t>Consistencia</a:t>
            </a:r>
            <a:r>
              <a:rPr lang="es-ES" sz="2400" b="0" i="0" u="none" strike="noStrike" dirty="0">
                <a:solidFill>
                  <a:srgbClr val="000000"/>
                </a:solidFill>
                <a:effectLst/>
              </a:rPr>
              <a:t>: Permiten centralizar reglas de negocio y que todos los componentes trabajen con la misma lógica.</a:t>
            </a:r>
          </a:p>
          <a:p>
            <a:pPr algn="l">
              <a:buFont typeface="+mj-lt"/>
              <a:buAutoNum type="arabicPeriod"/>
            </a:pPr>
            <a:r>
              <a:rPr lang="es-ES" sz="2400" b="1" i="0" u="none" strike="noStrike" dirty="0">
                <a:solidFill>
                  <a:srgbClr val="000000"/>
                </a:solidFill>
                <a:effectLst/>
              </a:rPr>
              <a:t>Escalabilidad</a:t>
            </a:r>
            <a:r>
              <a:rPr lang="es-ES" sz="2400" b="0" i="0" u="none" strike="noStrike" dirty="0">
                <a:solidFill>
                  <a:srgbClr val="000000"/>
                </a:solidFill>
                <a:effectLst/>
              </a:rPr>
              <a:t>: Facilitan organizar mejor el proyecto cuando crece.</a:t>
            </a:r>
          </a:p>
          <a:p>
            <a:pPr algn="l">
              <a:buFont typeface="+mj-lt"/>
              <a:buAutoNum type="arabicPeriod"/>
            </a:pPr>
            <a:r>
              <a:rPr lang="es-ES" sz="2400" b="1" i="0" u="none" strike="noStrike" dirty="0">
                <a:solidFill>
                  <a:srgbClr val="000000"/>
                </a:solidFill>
                <a:effectLst/>
              </a:rPr>
              <a:t>Comunicación entre componentes</a:t>
            </a:r>
            <a:r>
              <a:rPr lang="es-ES" sz="2400" b="0" i="0" u="none" strike="noStrike" dirty="0">
                <a:solidFill>
                  <a:srgbClr val="000000"/>
                </a:solidFill>
                <a:effectLst/>
              </a:rPr>
              <a:t>: Sirven como “puente” cuando necesitas compartir datos entre componentes que no están relacionados directamente.</a:t>
            </a:r>
          </a:p>
        </p:txBody>
      </p:sp>
      <p:pic>
        <p:nvPicPr>
          <p:cNvPr id="8" name="Picture 2" descr="Instalaciones recomendadas para el curso de Angular Pro · GitHub">
            <a:extLst>
              <a:ext uri="{FF2B5EF4-FFF2-40B4-BE49-F238E27FC236}">
                <a16:creationId xmlns:a16="http://schemas.microsoft.com/office/drawing/2014/main" id="{7B206A41-526E-BCAE-61EE-906EBA212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5777" y="2651508"/>
            <a:ext cx="1631395" cy="50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6422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72ED0087-F3C5-52BA-5D5C-6FF1F49CF0D6}"/>
              </a:ext>
            </a:extLst>
          </p:cNvPr>
          <p:cNvSpPr/>
          <p:nvPr/>
        </p:nvSpPr>
        <p:spPr>
          <a:xfrm>
            <a:off x="-52545" y="4901747"/>
            <a:ext cx="13887608" cy="2310948"/>
          </a:xfrm>
          <a:prstGeom prst="rect">
            <a:avLst/>
          </a:prstGeom>
          <a:gradFill flip="none" rotWithShape="1">
            <a:gsLst>
              <a:gs pos="0">
                <a:srgbClr val="314486">
                  <a:shade val="30000"/>
                  <a:satMod val="115000"/>
                </a:srgbClr>
              </a:gs>
              <a:gs pos="50000">
                <a:srgbClr val="314486">
                  <a:shade val="67500"/>
                  <a:satMod val="115000"/>
                </a:srgbClr>
              </a:gs>
              <a:gs pos="100000">
                <a:srgbClr val="314486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CL" sz="1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17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067" y="1211333"/>
            <a:ext cx="4591133" cy="3443350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213358" y="5182422"/>
            <a:ext cx="29760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</a:rPr>
              <a:t>Angular Servicios LOG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DFAD688-1814-07B6-5906-68CD186A16B7}"/>
              </a:ext>
            </a:extLst>
          </p:cNvPr>
          <p:cNvSpPr txBox="1"/>
          <p:nvPr/>
        </p:nvSpPr>
        <p:spPr>
          <a:xfrm>
            <a:off x="308744" y="5935663"/>
            <a:ext cx="124487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En </a:t>
            </a:r>
            <a:r>
              <a:rPr lang="es-ES" b="1" i="0" u="none" strike="noStrike" dirty="0">
                <a:solidFill>
                  <a:schemeClr val="bg1"/>
                </a:solidFill>
                <a:effectLst/>
              </a:rPr>
              <a:t>Angular</a:t>
            </a:r>
            <a:r>
              <a:rPr lang="es-ES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 (y en general en el desarrollo de software), un </a:t>
            </a:r>
            <a:r>
              <a:rPr lang="es-ES" b="1" i="0" u="none" strike="noStrike" dirty="0">
                <a:solidFill>
                  <a:schemeClr val="bg1"/>
                </a:solidFill>
                <a:effectLst/>
              </a:rPr>
              <a:t>log</a:t>
            </a:r>
            <a:r>
              <a:rPr lang="es-ES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 es un </a:t>
            </a:r>
            <a:r>
              <a:rPr lang="es-ES" b="1" i="0" u="none" strike="noStrike" dirty="0">
                <a:solidFill>
                  <a:schemeClr val="bg1"/>
                </a:solidFill>
                <a:effectLst/>
              </a:rPr>
              <a:t>registro de eventos o mensajes</a:t>
            </a:r>
            <a:r>
              <a:rPr lang="es-ES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 que se generan durante la ejecución de la aplicación.</a:t>
            </a:r>
            <a:endParaRPr lang="es-ES" dirty="0">
              <a:solidFill>
                <a:schemeClr val="bg1"/>
              </a:solidFill>
            </a:endParaRPr>
          </a:p>
        </p:txBody>
      </p:sp>
      <p:pic>
        <p:nvPicPr>
          <p:cNvPr id="1026" name="Picture 2" descr="Instalaciones recomendadas para el curso de Angular Pro · GitHub">
            <a:extLst>
              <a:ext uri="{FF2B5EF4-FFF2-40B4-BE49-F238E27FC236}">
                <a16:creationId xmlns:a16="http://schemas.microsoft.com/office/drawing/2014/main" id="{221F06EB-5962-D8EB-0250-2F027B13C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78" y="3424059"/>
            <a:ext cx="3988186" cy="1246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8486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18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0" y="1136328"/>
            <a:ext cx="1971450" cy="1478588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0609"/>
            <a:ext cx="9635360" cy="4571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CD67AE9-4F35-73F7-7347-511BD7B9C702}"/>
              </a:ext>
            </a:extLst>
          </p:cNvPr>
          <p:cNvSpPr txBox="1"/>
          <p:nvPr/>
        </p:nvSpPr>
        <p:spPr>
          <a:xfrm>
            <a:off x="263324" y="390253"/>
            <a:ext cx="69158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¿Qué es un log?</a:t>
            </a:r>
            <a:endParaRPr lang="es-ES" sz="28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6E776E7-C31D-9C49-1B8B-0700C2531608}"/>
              </a:ext>
            </a:extLst>
          </p:cNvPr>
          <p:cNvSpPr txBox="1"/>
          <p:nvPr/>
        </p:nvSpPr>
        <p:spPr>
          <a:xfrm>
            <a:off x="530105" y="2051483"/>
            <a:ext cx="1150756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Un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log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es un mensaje que tu aplicación escribe para:</a:t>
            </a:r>
          </a:p>
          <a:p>
            <a:pPr algn="l"/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Informar lo que está ocurriendo en determinado momento.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Mostrar errores, advertencias o información útil para depuración.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Guardar trazas del flujo de la aplicación (por ejemplo: cuándo un usuario inicia sesión o se llama a una API).</a:t>
            </a:r>
          </a:p>
          <a:p>
            <a:pPr algn="l"/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En Angular, los logs suelen hacerse con: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console.log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(), 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console.error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(), 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console.warn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() (directo en consola, útil en desarrollo).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O con un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servicio de </a:t>
            </a:r>
            <a:r>
              <a:rPr lang="es-ES" b="1" i="0" u="none" strike="noStrike" dirty="0" err="1">
                <a:solidFill>
                  <a:srgbClr val="000000"/>
                </a:solidFill>
                <a:effectLst/>
              </a:rPr>
              <a:t>logging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personalizado, que centraliza los registros y los envía a un servidor o base de datos.</a:t>
            </a:r>
          </a:p>
        </p:txBody>
      </p:sp>
      <p:pic>
        <p:nvPicPr>
          <p:cNvPr id="12" name="Picture 2" descr="Instalaciones recomendadas para el curso de Angular Pro · GitHub">
            <a:extLst>
              <a:ext uri="{FF2B5EF4-FFF2-40B4-BE49-F238E27FC236}">
                <a16:creationId xmlns:a16="http://schemas.microsoft.com/office/drawing/2014/main" id="{543AB12C-BBE1-04F4-59A5-10BFF0A2D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5777" y="2651508"/>
            <a:ext cx="1631395" cy="50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2254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19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0" y="1136328"/>
            <a:ext cx="1971450" cy="1478588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0609"/>
            <a:ext cx="9635360" cy="4571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3D33E4A-9CB9-0902-9A32-D8293F6224E5}"/>
              </a:ext>
            </a:extLst>
          </p:cNvPr>
          <p:cNvSpPr txBox="1"/>
          <p:nvPr/>
        </p:nvSpPr>
        <p:spPr>
          <a:xfrm>
            <a:off x="402220" y="401828"/>
            <a:ext cx="69158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Uso principal del log</a:t>
            </a:r>
            <a:endParaRPr lang="es-ES" sz="28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B74065D-45A8-3B93-CCDC-0C910F072C2B}"/>
              </a:ext>
            </a:extLst>
          </p:cNvPr>
          <p:cNvSpPr txBox="1"/>
          <p:nvPr/>
        </p:nvSpPr>
        <p:spPr>
          <a:xfrm>
            <a:off x="402220" y="1609564"/>
            <a:ext cx="1140395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El uso principal es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monitorear y depurar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la aplicación.</a:t>
            </a:r>
            <a:br>
              <a:rPr lang="es-ES" b="0" i="0" u="none" strike="noStrike" dirty="0">
                <a:solidFill>
                  <a:srgbClr val="000000"/>
                </a:solidFill>
                <a:effectLst/>
              </a:rPr>
            </a:b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Ejemplos:</a:t>
            </a:r>
          </a:p>
          <a:p>
            <a:pPr algn="l"/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Saber si una función se ejecutó correctamente.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Detectar errores en tiempo de ejecución.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Medir el tiempo de ejecución de una operación.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Registrar información de usuario, flujo de navegación o resultados de API.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En entornos productivos, enviar estos logs a un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servidor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(ej.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Elastic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Sentry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Firebase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, etc.) para analizarlos y detectar fallos sin necesidad de entrar al código.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9EDFB38-7C10-DB65-5776-C6384F6F7625}"/>
              </a:ext>
            </a:extLst>
          </p:cNvPr>
          <p:cNvSpPr txBox="1"/>
          <p:nvPr/>
        </p:nvSpPr>
        <p:spPr>
          <a:xfrm>
            <a:off x="483406" y="5167009"/>
            <a:ext cx="1206354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Beneficios de usar logs</a:t>
            </a:r>
          </a:p>
          <a:p>
            <a:pPr algn="l">
              <a:buFont typeface="+mj-lt"/>
              <a:buAutoNum type="arabicPeriod"/>
            </a:pP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Depuración rápida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: Facilitan encontrar la causa de errores.</a:t>
            </a:r>
          </a:p>
          <a:p>
            <a:pPr algn="l">
              <a:buFont typeface="+mj-lt"/>
              <a:buAutoNum type="arabicPeriod"/>
            </a:pP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Monitoreo en producción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: Puedes saber qué hace tu app cuando ya está en uso.</a:t>
            </a:r>
          </a:p>
          <a:p>
            <a:pPr algn="l">
              <a:buFont typeface="+mj-lt"/>
              <a:buAutoNum type="arabicPeriod"/>
            </a:pP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Auditoría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: Queda registro de acciones importantes (ej. creación de usuarios).</a:t>
            </a:r>
          </a:p>
          <a:p>
            <a:pPr algn="l">
              <a:buFont typeface="+mj-lt"/>
              <a:buAutoNum type="arabicPeriod"/>
            </a:pP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Prevención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: Detectas problemas antes de que los usuarios los reporten.</a:t>
            </a:r>
          </a:p>
          <a:p>
            <a:pPr algn="l">
              <a:buFont typeface="+mj-lt"/>
              <a:buAutoNum type="arabicPeriod"/>
            </a:pP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Mejora continua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: Los datos de logs ayudan a entender el rendimiento y la experiencia del usuario.</a:t>
            </a:r>
          </a:p>
        </p:txBody>
      </p:sp>
      <p:pic>
        <p:nvPicPr>
          <p:cNvPr id="13" name="Picture 2" descr="Instalaciones recomendadas para el curso de Angular Pro · GitHub">
            <a:extLst>
              <a:ext uri="{FF2B5EF4-FFF2-40B4-BE49-F238E27FC236}">
                <a16:creationId xmlns:a16="http://schemas.microsoft.com/office/drawing/2014/main" id="{0476E4E0-9ECA-40C5-CE83-58C8C725D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5777" y="2651508"/>
            <a:ext cx="1631395" cy="50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172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72ED0087-F3C5-52BA-5D5C-6FF1F49CF0D6}"/>
              </a:ext>
            </a:extLst>
          </p:cNvPr>
          <p:cNvSpPr/>
          <p:nvPr/>
        </p:nvSpPr>
        <p:spPr>
          <a:xfrm>
            <a:off x="-26273" y="4834079"/>
            <a:ext cx="13887608" cy="2310948"/>
          </a:xfrm>
          <a:prstGeom prst="rect">
            <a:avLst/>
          </a:prstGeom>
          <a:gradFill flip="none" rotWithShape="1">
            <a:gsLst>
              <a:gs pos="0">
                <a:srgbClr val="314486">
                  <a:shade val="30000"/>
                  <a:satMod val="115000"/>
                </a:srgbClr>
              </a:gs>
              <a:gs pos="50000">
                <a:srgbClr val="314486">
                  <a:shade val="67500"/>
                  <a:satMod val="115000"/>
                </a:srgbClr>
              </a:gs>
              <a:gs pos="100000">
                <a:srgbClr val="314486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CL" sz="1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20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067" y="1211333"/>
            <a:ext cx="4591133" cy="3443350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213358" y="5182422"/>
            <a:ext cx="36853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</a:rPr>
              <a:t>Módulos, Clases y Métodos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DFAD688-1814-07B6-5906-68CD186A16B7}"/>
              </a:ext>
            </a:extLst>
          </p:cNvPr>
          <p:cNvSpPr txBox="1"/>
          <p:nvPr/>
        </p:nvSpPr>
        <p:spPr>
          <a:xfrm>
            <a:off x="320319" y="5848165"/>
            <a:ext cx="124487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En Angular, los </a:t>
            </a:r>
            <a:r>
              <a:rPr lang="es-ES" b="1" i="0" u="none" strike="noStrike" dirty="0">
                <a:solidFill>
                  <a:schemeClr val="bg1"/>
                </a:solidFill>
                <a:effectLst/>
              </a:rPr>
              <a:t>módulos, clases y métodos</a:t>
            </a:r>
            <a:r>
              <a:rPr lang="es-ES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 cumplen un rol fundamental dentro de la arquitectura. Los </a:t>
            </a:r>
            <a:r>
              <a:rPr lang="es-ES" b="1" i="0" u="none" strike="noStrike" dirty="0">
                <a:solidFill>
                  <a:schemeClr val="bg1"/>
                </a:solidFill>
                <a:effectLst/>
              </a:rPr>
              <a:t>módulos</a:t>
            </a:r>
            <a:r>
              <a:rPr lang="es-ES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 agrupan funcionalidades completas como formularios o enrutamiento, las </a:t>
            </a:r>
            <a:r>
              <a:rPr lang="es-ES" b="1" i="0" u="none" strike="noStrike" dirty="0">
                <a:solidFill>
                  <a:schemeClr val="bg1"/>
                </a:solidFill>
                <a:effectLst/>
              </a:rPr>
              <a:t>clases</a:t>
            </a:r>
            <a:r>
              <a:rPr lang="es-ES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 permiten encapsular lógica y reutilizarla (ya sea como componentes, servicios o modelos)</a:t>
            </a:r>
            <a:endParaRPr lang="es-ES" dirty="0">
              <a:solidFill>
                <a:schemeClr val="bg1"/>
              </a:solidFill>
            </a:endParaRPr>
          </a:p>
        </p:txBody>
      </p:sp>
      <p:pic>
        <p:nvPicPr>
          <p:cNvPr id="1026" name="Picture 2" descr="Instalaciones recomendadas para el curso de Angular Pro · GitHub">
            <a:extLst>
              <a:ext uri="{FF2B5EF4-FFF2-40B4-BE49-F238E27FC236}">
                <a16:creationId xmlns:a16="http://schemas.microsoft.com/office/drawing/2014/main" id="{221F06EB-5962-D8EB-0250-2F027B13C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78" y="3424059"/>
            <a:ext cx="3988186" cy="1246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87151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21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0" y="1136328"/>
            <a:ext cx="1971450" cy="1478588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0609"/>
            <a:ext cx="9635360" cy="4571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3D33E4A-9CB9-0902-9A32-D8293F6224E5}"/>
              </a:ext>
            </a:extLst>
          </p:cNvPr>
          <p:cNvSpPr txBox="1"/>
          <p:nvPr/>
        </p:nvSpPr>
        <p:spPr>
          <a:xfrm>
            <a:off x="402220" y="401828"/>
            <a:ext cx="69158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i="0" u="none" strike="noStrike" dirty="0">
                <a:solidFill>
                  <a:srgbClr val="000000"/>
                </a:solidFill>
                <a:effectLst/>
              </a:rPr>
              <a:t>módulos, clases y métodos</a:t>
            </a:r>
            <a:r>
              <a:rPr lang="es-ES" sz="3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endParaRPr lang="es-ES" sz="3200" dirty="0"/>
          </a:p>
        </p:txBody>
      </p:sp>
      <p:pic>
        <p:nvPicPr>
          <p:cNvPr id="13" name="Picture 2" descr="Instalaciones recomendadas para el curso de Angular Pro · GitHub">
            <a:extLst>
              <a:ext uri="{FF2B5EF4-FFF2-40B4-BE49-F238E27FC236}">
                <a16:creationId xmlns:a16="http://schemas.microsoft.com/office/drawing/2014/main" id="{0476E4E0-9ECA-40C5-CE83-58C8C725D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5777" y="2651508"/>
            <a:ext cx="1631395" cy="50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DAF34F48-5C69-996C-B9DA-E93A4B809506}"/>
              </a:ext>
            </a:extLst>
          </p:cNvPr>
          <p:cNvSpPr txBox="1"/>
          <p:nvPr/>
        </p:nvSpPr>
        <p:spPr>
          <a:xfrm>
            <a:off x="4969905" y="1959995"/>
            <a:ext cx="691587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En Angular, los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módulos, clases y métodos</a:t>
            </a:r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cumplen un rol fundamental dentro de la arquitectura. Los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módulos</a:t>
            </a:r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agrupan funcionalidades completas como formularios o enrutamiento, las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clases</a:t>
            </a:r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permiten encapsular lógica y reutilizarla (ya sea como componentes, servicios o modelos), y los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métodos</a:t>
            </a:r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son funciones que se definen dentro de una clase para ejecutar acciones específicas como validar datos o navegar entre páginas. Lo que estamos usando (</a:t>
            </a:r>
            <a:r>
              <a:rPr lang="es-ES" dirty="0" err="1"/>
              <a:t>ReactiveFormsModule</a:t>
            </a:r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 </a:t>
            </a:r>
            <a:r>
              <a:rPr lang="es-ES" dirty="0" err="1"/>
              <a:t>FormBuilder</a:t>
            </a:r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 </a:t>
            </a:r>
            <a:r>
              <a:rPr lang="es-ES" dirty="0" err="1"/>
              <a:t>Validators</a:t>
            </a:r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 </a:t>
            </a:r>
            <a:r>
              <a:rPr lang="es-ES" dirty="0" err="1"/>
              <a:t>Router</a:t>
            </a:r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 </a:t>
            </a:r>
            <a:r>
              <a:rPr lang="es-ES" dirty="0" err="1"/>
              <a:t>RouterModule</a:t>
            </a:r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) ejemplifica claramente esta organización: los módulos habilitan capacidades globales, las clases nos permiten manipular esas capacidades en el código, y los métodos son las acciones concretas que dan vida a la aplicación.</a:t>
            </a:r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BCE029F-9801-DBAA-ECA5-7183D2B7AC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220" y="2710541"/>
            <a:ext cx="3931561" cy="241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8067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22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0" y="1136328"/>
            <a:ext cx="1971450" cy="1478588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0609"/>
            <a:ext cx="9635360" cy="4571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5A16086-7E36-62AF-438A-BA73EBA97DF4}"/>
              </a:ext>
            </a:extLst>
          </p:cNvPr>
          <p:cNvSpPr txBox="1"/>
          <p:nvPr/>
        </p:nvSpPr>
        <p:spPr>
          <a:xfrm>
            <a:off x="309623" y="552299"/>
            <a:ext cx="69158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i="0" u="none" strike="noStrike" dirty="0" err="1">
                <a:solidFill>
                  <a:srgbClr val="000000"/>
                </a:solidFill>
                <a:effectLst/>
              </a:rPr>
              <a:t>ReactiveFormsModule</a:t>
            </a:r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(de </a:t>
            </a:r>
            <a:r>
              <a:rPr lang="es-ES" dirty="0"/>
              <a:t>@angular/</a:t>
            </a:r>
            <a:r>
              <a:rPr lang="es-ES" dirty="0" err="1"/>
              <a:t>forms</a:t>
            </a:r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)</a:t>
            </a:r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49ED6B7-190E-0CB9-592A-6DB6C36339B7}"/>
              </a:ext>
            </a:extLst>
          </p:cNvPr>
          <p:cNvSpPr txBox="1"/>
          <p:nvPr/>
        </p:nvSpPr>
        <p:spPr>
          <a:xfrm>
            <a:off x="309622" y="1367790"/>
            <a:ext cx="84292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¿Qué es?</a:t>
            </a:r>
            <a:br>
              <a:rPr lang="es-ES" dirty="0"/>
            </a:br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Es un módulo de Angular que permite trabajar con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formularios reactivos</a:t>
            </a:r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C68C54C-6998-0C25-F1D1-7315C7688E9C}"/>
              </a:ext>
            </a:extLst>
          </p:cNvPr>
          <p:cNvSpPr txBox="1"/>
          <p:nvPr/>
        </p:nvSpPr>
        <p:spPr>
          <a:xfrm>
            <a:off x="309622" y="2393909"/>
            <a:ext cx="745699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¿Para qué se usa?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Crear formularios dinámicos controlados por el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código </a:t>
            </a:r>
            <a:r>
              <a:rPr lang="es-ES" b="1" i="0" u="none" strike="noStrike" dirty="0" err="1">
                <a:solidFill>
                  <a:srgbClr val="000000"/>
                </a:solidFill>
                <a:effectLst/>
              </a:rPr>
              <a:t>TypeScript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en lugar del HTML.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Permite validaciones en tiempo real, manejo de estados de los inputs (válido, inválido, tocado, etc.).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Es más escalable y profesional que los formularios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template-driven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8B2F40C-4B70-3785-F599-92D0B4373658}"/>
              </a:ext>
            </a:extLst>
          </p:cNvPr>
          <p:cNvSpPr txBox="1"/>
          <p:nvPr/>
        </p:nvSpPr>
        <p:spPr>
          <a:xfrm>
            <a:off x="309622" y="4651134"/>
            <a:ext cx="73407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Funcionamiento básico:</a:t>
            </a:r>
            <a:br>
              <a:rPr lang="es-ES" dirty="0"/>
            </a:br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Lo importas en </a:t>
            </a:r>
            <a:r>
              <a:rPr lang="es-ES" dirty="0" err="1"/>
              <a:t>app.module.ts</a:t>
            </a:r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y luego puedes usar clases como </a:t>
            </a:r>
            <a:r>
              <a:rPr lang="es-ES" dirty="0" err="1"/>
              <a:t>FormGroup</a:t>
            </a:r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 </a:t>
            </a:r>
            <a:r>
              <a:rPr lang="es-ES" dirty="0" err="1"/>
              <a:t>FormControl</a:t>
            </a:r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y </a:t>
            </a:r>
            <a:r>
              <a:rPr lang="es-ES" dirty="0" err="1"/>
              <a:t>FormArray</a:t>
            </a:r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  <a:endParaRPr lang="es-ES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20942446-3D11-F66F-679B-546FD61C8D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378" y="2632239"/>
            <a:ext cx="6036821" cy="4640550"/>
          </a:xfrm>
          <a:prstGeom prst="rect">
            <a:avLst/>
          </a:prstGeom>
        </p:spPr>
      </p:pic>
      <p:pic>
        <p:nvPicPr>
          <p:cNvPr id="16" name="Picture 2" descr="Instalaciones recomendadas para el curso de Angular Pro · GitHub">
            <a:extLst>
              <a:ext uri="{FF2B5EF4-FFF2-40B4-BE49-F238E27FC236}">
                <a16:creationId xmlns:a16="http://schemas.microsoft.com/office/drawing/2014/main" id="{2CB07754-40A9-9782-60B4-18514E3FBD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5777" y="2651508"/>
            <a:ext cx="1631395" cy="50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52549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23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0" y="1136328"/>
            <a:ext cx="1971450" cy="1478588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0609"/>
            <a:ext cx="9635360" cy="45719"/>
          </a:xfrm>
          <a:prstGeom prst="rect">
            <a:avLst/>
          </a:prstGeom>
        </p:spPr>
      </p:pic>
      <p:pic>
        <p:nvPicPr>
          <p:cNvPr id="3" name="Picture 2" descr="Instalaciones recomendadas para el curso de Angular Pro · GitHub">
            <a:extLst>
              <a:ext uri="{FF2B5EF4-FFF2-40B4-BE49-F238E27FC236}">
                <a16:creationId xmlns:a16="http://schemas.microsoft.com/office/drawing/2014/main" id="{9056E3F2-7419-CC35-6F3C-22DADBF7C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5777" y="2651508"/>
            <a:ext cx="1631395" cy="50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7381A45-6260-3AC2-C4F5-86514705A27D}"/>
              </a:ext>
            </a:extLst>
          </p:cNvPr>
          <p:cNvSpPr txBox="1"/>
          <p:nvPr/>
        </p:nvSpPr>
        <p:spPr>
          <a:xfrm>
            <a:off x="436944" y="398653"/>
            <a:ext cx="69158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i="0" u="none" strike="noStrike" dirty="0" err="1">
                <a:solidFill>
                  <a:srgbClr val="000000"/>
                </a:solidFill>
                <a:effectLst/>
              </a:rPr>
              <a:t>FormBuilder</a:t>
            </a:r>
            <a:r>
              <a:rPr lang="es-ES" sz="2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(de </a:t>
            </a:r>
            <a:r>
              <a:rPr lang="es-ES" sz="2800" dirty="0"/>
              <a:t>@angular/</a:t>
            </a:r>
            <a:r>
              <a:rPr lang="es-ES" sz="2800" dirty="0" err="1"/>
              <a:t>forms</a:t>
            </a:r>
            <a:r>
              <a:rPr lang="es-ES" sz="2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)</a:t>
            </a:r>
            <a:endParaRPr lang="es-ES" sz="28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812E66E-4840-4C20-FE69-D64E5B1AFCE9}"/>
              </a:ext>
            </a:extLst>
          </p:cNvPr>
          <p:cNvSpPr txBox="1"/>
          <p:nvPr/>
        </p:nvSpPr>
        <p:spPr>
          <a:xfrm>
            <a:off x="436944" y="1473800"/>
            <a:ext cx="106400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¿Qué es?</a:t>
            </a:r>
            <a:br>
              <a:rPr lang="es-ES" dirty="0"/>
            </a:br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Es una clase de Angular que ayuda a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crear formularios reactivos</a:t>
            </a:r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de manera más sencilla.</a:t>
            </a:r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DA7A92E-883E-6B49-1FE0-5015C0C3B4A7}"/>
              </a:ext>
            </a:extLst>
          </p:cNvPr>
          <p:cNvSpPr txBox="1"/>
          <p:nvPr/>
        </p:nvSpPr>
        <p:spPr>
          <a:xfrm>
            <a:off x="517966" y="2775658"/>
            <a:ext cx="984137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¿Para qué se usa?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En vez de escribir mucho código para inicializar formularios, se usa como un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atajo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Permite crear 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FormGroup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y 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FormControl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de forma rápida.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0A41F51C-B5CB-CE49-37DF-2C921ADF00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20448" y="3977121"/>
            <a:ext cx="14275957" cy="4383957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05312361-D650-9008-E392-10537B6435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7427" y="4206804"/>
            <a:ext cx="10580206" cy="2912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7770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0844B63A-3851-4207-E44B-84A350E13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3269" y="3614727"/>
            <a:ext cx="14275957" cy="4383957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24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5750" y="1136328"/>
            <a:ext cx="1971450" cy="1478588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90609"/>
            <a:ext cx="9635360" cy="45719"/>
          </a:xfrm>
          <a:prstGeom prst="rect">
            <a:avLst/>
          </a:prstGeom>
        </p:spPr>
      </p:pic>
      <p:pic>
        <p:nvPicPr>
          <p:cNvPr id="3" name="Picture 2" descr="Instalaciones recomendadas para el curso de Angular Pro · GitHub">
            <a:extLst>
              <a:ext uri="{FF2B5EF4-FFF2-40B4-BE49-F238E27FC236}">
                <a16:creationId xmlns:a16="http://schemas.microsoft.com/office/drawing/2014/main" id="{9056E3F2-7419-CC35-6F3C-22DADBF7C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5777" y="2651508"/>
            <a:ext cx="1631395" cy="50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C6634E2D-3D92-C2D2-136B-F0DCA71190AB}"/>
              </a:ext>
            </a:extLst>
          </p:cNvPr>
          <p:cNvSpPr txBox="1"/>
          <p:nvPr/>
        </p:nvSpPr>
        <p:spPr>
          <a:xfrm>
            <a:off x="367496" y="239782"/>
            <a:ext cx="69158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i="0" u="none" strike="noStrike" dirty="0" err="1">
                <a:solidFill>
                  <a:srgbClr val="000000"/>
                </a:solidFill>
                <a:effectLst/>
              </a:rPr>
              <a:t>Validators</a:t>
            </a:r>
            <a:r>
              <a:rPr lang="es-ES" sz="2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(de </a:t>
            </a:r>
            <a:r>
              <a:rPr lang="es-ES" sz="2800" dirty="0"/>
              <a:t>@angular/</a:t>
            </a:r>
            <a:r>
              <a:rPr lang="es-ES" sz="2800" dirty="0" err="1"/>
              <a:t>forms</a:t>
            </a:r>
            <a:r>
              <a:rPr lang="es-ES" sz="2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)</a:t>
            </a:r>
            <a:endParaRPr lang="es-ES" sz="28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1E16B0E-7862-F8B2-9664-AE47BBC414C6}"/>
              </a:ext>
            </a:extLst>
          </p:cNvPr>
          <p:cNvSpPr txBox="1"/>
          <p:nvPr/>
        </p:nvSpPr>
        <p:spPr>
          <a:xfrm>
            <a:off x="517968" y="1645420"/>
            <a:ext cx="1028121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¿Qué es?</a:t>
            </a:r>
            <a:br>
              <a:rPr lang="es-ES" b="0" i="0" u="none" strike="noStrike" dirty="0">
                <a:solidFill>
                  <a:srgbClr val="000000"/>
                </a:solidFill>
                <a:effectLst/>
              </a:rPr>
            </a:b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Es una clase con funciones predefinidas para validar formularios.</a:t>
            </a:r>
          </a:p>
          <a:p>
            <a:pPr algn="l"/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¿Para qué se usa?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Aplicar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reglas de validación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como: requerido, mínimo de caracteres, patrón de email, etc.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Puedes usar validadores propios o personalizados.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E4AC9DB6-9688-E296-6073-A4B5D19054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7428" y="4103558"/>
            <a:ext cx="10580206" cy="2912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0516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25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0" y="1136328"/>
            <a:ext cx="1971450" cy="1478588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0609"/>
            <a:ext cx="9635360" cy="45719"/>
          </a:xfrm>
          <a:prstGeom prst="rect">
            <a:avLst/>
          </a:prstGeom>
        </p:spPr>
      </p:pic>
      <p:pic>
        <p:nvPicPr>
          <p:cNvPr id="3" name="Picture 2" descr="Instalaciones recomendadas para el curso de Angular Pro · GitHub">
            <a:extLst>
              <a:ext uri="{FF2B5EF4-FFF2-40B4-BE49-F238E27FC236}">
                <a16:creationId xmlns:a16="http://schemas.microsoft.com/office/drawing/2014/main" id="{9056E3F2-7419-CC35-6F3C-22DADBF7C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5777" y="2651508"/>
            <a:ext cx="1631395" cy="50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08E6347-244B-3054-1D5B-4345773150D1}"/>
              </a:ext>
            </a:extLst>
          </p:cNvPr>
          <p:cNvSpPr txBox="1"/>
          <p:nvPr/>
        </p:nvSpPr>
        <p:spPr>
          <a:xfrm>
            <a:off x="656864" y="552299"/>
            <a:ext cx="69158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i="0" u="none" strike="noStrike" dirty="0" err="1">
                <a:solidFill>
                  <a:srgbClr val="000000"/>
                </a:solidFill>
                <a:effectLst/>
              </a:rPr>
              <a:t>Router</a:t>
            </a:r>
            <a:r>
              <a:rPr lang="es-ES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(de </a:t>
            </a:r>
            <a:r>
              <a:rPr lang="es-ES" sz="2400" dirty="0"/>
              <a:t>@angular/</a:t>
            </a:r>
            <a:r>
              <a:rPr lang="es-ES" sz="2400" dirty="0" err="1"/>
              <a:t>router</a:t>
            </a:r>
            <a:r>
              <a:rPr lang="es-ES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)</a:t>
            </a:r>
            <a:endParaRPr lang="es-ES" sz="24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B6F025D-E9FE-1BB5-479B-4979BD8AB98E}"/>
              </a:ext>
            </a:extLst>
          </p:cNvPr>
          <p:cNvSpPr txBox="1"/>
          <p:nvPr/>
        </p:nvSpPr>
        <p:spPr>
          <a:xfrm>
            <a:off x="147862" y="1446257"/>
            <a:ext cx="1112587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¿Qué es?</a:t>
            </a:r>
            <a:br>
              <a:rPr lang="es-ES" b="0" i="0" u="none" strike="noStrike" dirty="0">
                <a:solidFill>
                  <a:srgbClr val="000000"/>
                </a:solidFill>
                <a:effectLst/>
              </a:rPr>
            </a:b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Es una clase de Angular que permite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navegar entre páginas/componentes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desde el código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TypeScript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¿Para qué se usa?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Redirigir al usuario después de una acción (ejemplo: después de iniciar sesión, ir al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dashboard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Controlar navegación programática en lugar de depender solo de enlaces &lt;a&gt;.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169C542-5AE6-269D-4DB4-DD132A0CC8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43269" y="3614727"/>
            <a:ext cx="14275957" cy="438395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80F1D01-204D-41FA-B5C4-32E19C7A81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4278" y="3978529"/>
            <a:ext cx="9771472" cy="347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5390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26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0" y="1136328"/>
            <a:ext cx="1971450" cy="1478588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0609"/>
            <a:ext cx="9635360" cy="45719"/>
          </a:xfrm>
          <a:prstGeom prst="rect">
            <a:avLst/>
          </a:prstGeom>
        </p:spPr>
      </p:pic>
      <p:pic>
        <p:nvPicPr>
          <p:cNvPr id="3" name="Picture 2" descr="Instalaciones recomendadas para el curso de Angular Pro · GitHub">
            <a:extLst>
              <a:ext uri="{FF2B5EF4-FFF2-40B4-BE49-F238E27FC236}">
                <a16:creationId xmlns:a16="http://schemas.microsoft.com/office/drawing/2014/main" id="{9056E3F2-7419-CC35-6F3C-22DADBF7C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5777" y="2651508"/>
            <a:ext cx="1631395" cy="50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3A660F0-138B-EDDF-AC9E-4CB9AA4C54AA}"/>
              </a:ext>
            </a:extLst>
          </p:cNvPr>
          <p:cNvSpPr txBox="1"/>
          <p:nvPr/>
        </p:nvSpPr>
        <p:spPr>
          <a:xfrm>
            <a:off x="355922" y="448127"/>
            <a:ext cx="69158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1" i="0" u="none" strike="noStrike" dirty="0" err="1">
                <a:solidFill>
                  <a:srgbClr val="000000"/>
                </a:solidFill>
                <a:effectLst/>
              </a:rPr>
              <a:t>RouterModule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 (de @angular/</a:t>
            </a:r>
            <a:r>
              <a:rPr lang="es-ES" b="1" i="0" u="none" strike="noStrike" dirty="0" err="1">
                <a:solidFill>
                  <a:srgbClr val="000000"/>
                </a:solidFill>
                <a:effectLst/>
              </a:rPr>
              <a:t>router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F11A4DC-58D6-29C2-BE09-BB7DAF3E2752}"/>
              </a:ext>
            </a:extLst>
          </p:cNvPr>
          <p:cNvSpPr txBox="1"/>
          <p:nvPr/>
        </p:nvSpPr>
        <p:spPr>
          <a:xfrm>
            <a:off x="301747" y="1356677"/>
            <a:ext cx="691587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¿Qué es?</a:t>
            </a:r>
            <a:br>
              <a:rPr lang="es-ES" b="0" i="0" u="none" strike="noStrike" dirty="0">
                <a:solidFill>
                  <a:srgbClr val="000000"/>
                </a:solidFill>
                <a:effectLst/>
              </a:rPr>
            </a:b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Es el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módulo que activa el sistema de rutas en Angular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¿Para qué se usa?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Permite definir qué componente se muestra en cada URL.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Es indispensable para configurar la navegación entre páginas.</a:t>
            </a:r>
          </a:p>
          <a:p>
            <a:pPr algn="l"/>
            <a:endParaRPr lang="es-ES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Funcionamiento básico: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D79604E-F586-B4ED-DF71-2DE0658B5F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6971" y="3911222"/>
            <a:ext cx="14275957" cy="448312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7FC0F6F-BB65-50BA-C982-12519D83E7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7795" y="4138395"/>
            <a:ext cx="7772400" cy="468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9671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27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0" y="1136328"/>
            <a:ext cx="1971450" cy="1478588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0609"/>
            <a:ext cx="9635360" cy="4571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3D33E4A-9CB9-0902-9A32-D8293F6224E5}"/>
              </a:ext>
            </a:extLst>
          </p:cNvPr>
          <p:cNvSpPr txBox="1"/>
          <p:nvPr/>
        </p:nvSpPr>
        <p:spPr>
          <a:xfrm>
            <a:off x="402220" y="401828"/>
            <a:ext cx="69158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i="0" u="none" strike="noStrike" dirty="0">
                <a:solidFill>
                  <a:srgbClr val="000000"/>
                </a:solidFill>
                <a:effectLst/>
              </a:rPr>
              <a:t>módulos, clases y métodos</a:t>
            </a:r>
            <a:r>
              <a:rPr lang="es-ES" sz="3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endParaRPr lang="es-ES" sz="3200" dirty="0"/>
          </a:p>
        </p:txBody>
      </p:sp>
      <p:pic>
        <p:nvPicPr>
          <p:cNvPr id="13" name="Picture 2" descr="Instalaciones recomendadas para el curso de Angular Pro · GitHub">
            <a:extLst>
              <a:ext uri="{FF2B5EF4-FFF2-40B4-BE49-F238E27FC236}">
                <a16:creationId xmlns:a16="http://schemas.microsoft.com/office/drawing/2014/main" id="{0476E4E0-9ECA-40C5-CE83-58C8C725D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5777" y="2651508"/>
            <a:ext cx="1631395" cy="50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0E43DFA9-AA1C-B1CB-AA51-7946A9184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083280"/>
              </p:ext>
            </p:extLst>
          </p:nvPr>
        </p:nvGraphicFramePr>
        <p:xfrm>
          <a:off x="590581" y="1527393"/>
          <a:ext cx="10947369" cy="516392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36842">
                  <a:extLst>
                    <a:ext uri="{9D8B030D-6E8A-4147-A177-3AD203B41FA5}">
                      <a16:colId xmlns:a16="http://schemas.microsoft.com/office/drawing/2014/main" val="603183147"/>
                    </a:ext>
                  </a:extLst>
                </a:gridCol>
                <a:gridCol w="1702886">
                  <a:extLst>
                    <a:ext uri="{9D8B030D-6E8A-4147-A177-3AD203B41FA5}">
                      <a16:colId xmlns:a16="http://schemas.microsoft.com/office/drawing/2014/main" val="2691548023"/>
                    </a:ext>
                  </a:extLst>
                </a:gridCol>
                <a:gridCol w="3405627">
                  <a:extLst>
                    <a:ext uri="{9D8B030D-6E8A-4147-A177-3AD203B41FA5}">
                      <a16:colId xmlns:a16="http://schemas.microsoft.com/office/drawing/2014/main" val="741005280"/>
                    </a:ext>
                  </a:extLst>
                </a:gridCol>
                <a:gridCol w="3102014">
                  <a:extLst>
                    <a:ext uri="{9D8B030D-6E8A-4147-A177-3AD203B41FA5}">
                      <a16:colId xmlns:a16="http://schemas.microsoft.com/office/drawing/2014/main" val="4056210692"/>
                    </a:ext>
                  </a:extLst>
                </a:gridCol>
              </a:tblGrid>
              <a:tr h="294107">
                <a:tc>
                  <a:txBody>
                    <a:bodyPr/>
                    <a:lstStyle/>
                    <a:p>
                      <a:r>
                        <a:rPr lang="es-ES" sz="1500"/>
                        <a:t>Elemento</a:t>
                      </a:r>
                    </a:p>
                  </a:txBody>
                  <a:tcPr marL="67871" marR="67871" marT="33935" marB="33935" anchor="ctr"/>
                </a:tc>
                <a:tc>
                  <a:txBody>
                    <a:bodyPr/>
                    <a:lstStyle/>
                    <a:p>
                      <a:r>
                        <a:rPr lang="es-ES" sz="1500"/>
                        <a:t>Tipo</a:t>
                      </a:r>
                    </a:p>
                  </a:txBody>
                  <a:tcPr marL="67871" marR="67871" marT="33935" marB="33935" anchor="ctr"/>
                </a:tc>
                <a:tc>
                  <a:txBody>
                    <a:bodyPr/>
                    <a:lstStyle/>
                    <a:p>
                      <a:r>
                        <a:rPr lang="es-ES" sz="1500"/>
                        <a:t>¿Qué es?</a:t>
                      </a:r>
                    </a:p>
                  </a:txBody>
                  <a:tcPr marL="67871" marR="67871" marT="33935" marB="33935" anchor="ctr"/>
                </a:tc>
                <a:tc>
                  <a:txBody>
                    <a:bodyPr/>
                    <a:lstStyle/>
                    <a:p>
                      <a:r>
                        <a:rPr lang="es-ES" sz="1500"/>
                        <a:t>¿Para qué sirve?</a:t>
                      </a:r>
                    </a:p>
                  </a:txBody>
                  <a:tcPr marL="67871" marR="67871" marT="33935" marB="33935" anchor="ctr"/>
                </a:tc>
                <a:extLst>
                  <a:ext uri="{0D108BD9-81ED-4DB2-BD59-A6C34878D82A}">
                    <a16:rowId xmlns:a16="http://schemas.microsoft.com/office/drawing/2014/main" val="990506308"/>
                  </a:ext>
                </a:extLst>
              </a:tr>
              <a:tr h="746580">
                <a:tc>
                  <a:txBody>
                    <a:bodyPr/>
                    <a:lstStyle/>
                    <a:p>
                      <a:r>
                        <a:rPr lang="es-ES" sz="1500"/>
                        <a:t>ReactiveFormsModule</a:t>
                      </a:r>
                    </a:p>
                  </a:txBody>
                  <a:tcPr marL="67871" marR="67871" marT="33935" marB="33935" anchor="ctr"/>
                </a:tc>
                <a:tc>
                  <a:txBody>
                    <a:bodyPr/>
                    <a:lstStyle/>
                    <a:p>
                      <a:r>
                        <a:rPr lang="es-ES" sz="1500"/>
                        <a:t>Módulo</a:t>
                      </a:r>
                    </a:p>
                  </a:txBody>
                  <a:tcPr marL="67871" marR="67871" marT="33935" marB="33935" anchor="ctr"/>
                </a:tc>
                <a:tc>
                  <a:txBody>
                    <a:bodyPr/>
                    <a:lstStyle/>
                    <a:p>
                      <a:r>
                        <a:rPr lang="es-ES" sz="1500"/>
                        <a:t>NgModule de Angular para formularios reactivos.</a:t>
                      </a:r>
                    </a:p>
                  </a:txBody>
                  <a:tcPr marL="67871" marR="67871" marT="33935" marB="33935" anchor="ctr"/>
                </a:tc>
                <a:tc>
                  <a:txBody>
                    <a:bodyPr/>
                    <a:lstStyle/>
                    <a:p>
                      <a:r>
                        <a:rPr lang="es-ES" sz="1500"/>
                        <a:t>Permite trabajar con formularios controlados por TypeScript y validaciones.</a:t>
                      </a:r>
                    </a:p>
                  </a:txBody>
                  <a:tcPr marL="67871" marR="67871" marT="33935" marB="33935" anchor="ctr"/>
                </a:tc>
                <a:extLst>
                  <a:ext uri="{0D108BD9-81ED-4DB2-BD59-A6C34878D82A}">
                    <a16:rowId xmlns:a16="http://schemas.microsoft.com/office/drawing/2014/main" val="2634480673"/>
                  </a:ext>
                </a:extLst>
              </a:tr>
              <a:tr h="520343">
                <a:tc>
                  <a:txBody>
                    <a:bodyPr/>
                    <a:lstStyle/>
                    <a:p>
                      <a:r>
                        <a:rPr lang="es-ES" sz="1500"/>
                        <a:t>RouterModule</a:t>
                      </a:r>
                    </a:p>
                  </a:txBody>
                  <a:tcPr marL="67871" marR="67871" marT="33935" marB="33935" anchor="ctr"/>
                </a:tc>
                <a:tc>
                  <a:txBody>
                    <a:bodyPr/>
                    <a:lstStyle/>
                    <a:p>
                      <a:r>
                        <a:rPr lang="es-ES" sz="1500"/>
                        <a:t>Módulo</a:t>
                      </a:r>
                    </a:p>
                  </a:txBody>
                  <a:tcPr marL="67871" marR="67871" marT="33935" marB="33935" anchor="ctr"/>
                </a:tc>
                <a:tc>
                  <a:txBody>
                    <a:bodyPr/>
                    <a:lstStyle/>
                    <a:p>
                      <a:r>
                        <a:rPr lang="es-ES" sz="1500"/>
                        <a:t>NgModule de Angular para enrutamiento.</a:t>
                      </a:r>
                    </a:p>
                  </a:txBody>
                  <a:tcPr marL="67871" marR="67871" marT="33935" marB="33935" anchor="ctr"/>
                </a:tc>
                <a:tc>
                  <a:txBody>
                    <a:bodyPr/>
                    <a:lstStyle/>
                    <a:p>
                      <a:r>
                        <a:rPr lang="es-ES" sz="1500"/>
                        <a:t>Define rutas y carga componentes según la URL.</a:t>
                      </a:r>
                    </a:p>
                  </a:txBody>
                  <a:tcPr marL="67871" marR="67871" marT="33935" marB="33935" anchor="ctr"/>
                </a:tc>
                <a:extLst>
                  <a:ext uri="{0D108BD9-81ED-4DB2-BD59-A6C34878D82A}">
                    <a16:rowId xmlns:a16="http://schemas.microsoft.com/office/drawing/2014/main" val="732499684"/>
                  </a:ext>
                </a:extLst>
              </a:tr>
              <a:tr h="746580">
                <a:tc>
                  <a:txBody>
                    <a:bodyPr/>
                    <a:lstStyle/>
                    <a:p>
                      <a:r>
                        <a:rPr lang="es-ES" sz="1500"/>
                        <a:t>FormBuilder</a:t>
                      </a:r>
                    </a:p>
                  </a:txBody>
                  <a:tcPr marL="67871" marR="67871" marT="33935" marB="33935" anchor="ctr"/>
                </a:tc>
                <a:tc>
                  <a:txBody>
                    <a:bodyPr/>
                    <a:lstStyle/>
                    <a:p>
                      <a:r>
                        <a:rPr lang="es-ES" sz="1500"/>
                        <a:t>Clase</a:t>
                      </a:r>
                    </a:p>
                  </a:txBody>
                  <a:tcPr marL="67871" marR="67871" marT="33935" marB="33935" anchor="ctr"/>
                </a:tc>
                <a:tc>
                  <a:txBody>
                    <a:bodyPr/>
                    <a:lstStyle/>
                    <a:p>
                      <a:r>
                        <a:rPr lang="es-ES" sz="1500"/>
                        <a:t>Servicio inyectable de Angular.</a:t>
                      </a:r>
                    </a:p>
                  </a:txBody>
                  <a:tcPr marL="67871" marR="67871" marT="33935" marB="33935" anchor="ctr"/>
                </a:tc>
                <a:tc>
                  <a:txBody>
                    <a:bodyPr/>
                    <a:lstStyle/>
                    <a:p>
                      <a:r>
                        <a:rPr lang="es-ES" sz="1500"/>
                        <a:t>Facilita la creación de formularios reactivos de forma rápida.</a:t>
                      </a:r>
                    </a:p>
                  </a:txBody>
                  <a:tcPr marL="67871" marR="67871" marT="33935" marB="33935" anchor="ctr"/>
                </a:tc>
                <a:extLst>
                  <a:ext uri="{0D108BD9-81ED-4DB2-BD59-A6C34878D82A}">
                    <a16:rowId xmlns:a16="http://schemas.microsoft.com/office/drawing/2014/main" val="1562612311"/>
                  </a:ext>
                </a:extLst>
              </a:tr>
              <a:tr h="520343">
                <a:tc>
                  <a:txBody>
                    <a:bodyPr/>
                    <a:lstStyle/>
                    <a:p>
                      <a:r>
                        <a:rPr lang="es-ES" sz="1500"/>
                        <a:t>Router</a:t>
                      </a:r>
                    </a:p>
                  </a:txBody>
                  <a:tcPr marL="67871" marR="67871" marT="33935" marB="33935" anchor="ctr"/>
                </a:tc>
                <a:tc>
                  <a:txBody>
                    <a:bodyPr/>
                    <a:lstStyle/>
                    <a:p>
                      <a:r>
                        <a:rPr lang="es-ES" sz="1500"/>
                        <a:t>Clase</a:t>
                      </a:r>
                    </a:p>
                  </a:txBody>
                  <a:tcPr marL="67871" marR="67871" marT="33935" marB="33935" anchor="ctr"/>
                </a:tc>
                <a:tc>
                  <a:txBody>
                    <a:bodyPr/>
                    <a:lstStyle/>
                    <a:p>
                      <a:r>
                        <a:rPr lang="es-ES" sz="1500"/>
                        <a:t>Servicio inyectable de Angular.</a:t>
                      </a:r>
                    </a:p>
                  </a:txBody>
                  <a:tcPr marL="67871" marR="67871" marT="33935" marB="33935" anchor="ctr"/>
                </a:tc>
                <a:tc>
                  <a:txBody>
                    <a:bodyPr/>
                    <a:lstStyle/>
                    <a:p>
                      <a:r>
                        <a:rPr lang="es-ES" sz="1500"/>
                        <a:t>Permite la navegación programática entre páginas.</a:t>
                      </a:r>
                    </a:p>
                  </a:txBody>
                  <a:tcPr marL="67871" marR="67871" marT="33935" marB="33935" anchor="ctr"/>
                </a:tc>
                <a:extLst>
                  <a:ext uri="{0D108BD9-81ED-4DB2-BD59-A6C34878D82A}">
                    <a16:rowId xmlns:a16="http://schemas.microsoft.com/office/drawing/2014/main" val="1117885024"/>
                  </a:ext>
                </a:extLst>
              </a:tr>
              <a:tr h="746580">
                <a:tc>
                  <a:txBody>
                    <a:bodyPr/>
                    <a:lstStyle/>
                    <a:p>
                      <a:r>
                        <a:rPr lang="es-ES" sz="1500"/>
                        <a:t>Validators</a:t>
                      </a:r>
                    </a:p>
                  </a:txBody>
                  <a:tcPr marL="67871" marR="67871" marT="33935" marB="33935" anchor="ctr"/>
                </a:tc>
                <a:tc>
                  <a:txBody>
                    <a:bodyPr/>
                    <a:lstStyle/>
                    <a:p>
                      <a:r>
                        <a:rPr lang="es-ES" sz="1500"/>
                        <a:t>Clase estática</a:t>
                      </a:r>
                    </a:p>
                  </a:txBody>
                  <a:tcPr marL="67871" marR="67871" marT="33935" marB="33935" anchor="ctr"/>
                </a:tc>
                <a:tc>
                  <a:txBody>
                    <a:bodyPr/>
                    <a:lstStyle/>
                    <a:p>
                      <a:r>
                        <a:rPr lang="es-ES" sz="1500"/>
                        <a:t>Clase con funciones de validación.</a:t>
                      </a:r>
                    </a:p>
                  </a:txBody>
                  <a:tcPr marL="67871" marR="67871" marT="33935" marB="33935" anchor="ctr"/>
                </a:tc>
                <a:tc>
                  <a:txBody>
                    <a:bodyPr/>
                    <a:lstStyle/>
                    <a:p>
                      <a:r>
                        <a:rPr lang="es-ES" sz="1500"/>
                        <a:t>Valida reglas como “requerido”, “email”, “mínimo de caracteres”.</a:t>
                      </a:r>
                    </a:p>
                  </a:txBody>
                  <a:tcPr marL="67871" marR="67871" marT="33935" marB="33935" anchor="ctr"/>
                </a:tc>
                <a:extLst>
                  <a:ext uri="{0D108BD9-81ED-4DB2-BD59-A6C34878D82A}">
                    <a16:rowId xmlns:a16="http://schemas.microsoft.com/office/drawing/2014/main" val="3011924512"/>
                  </a:ext>
                </a:extLst>
              </a:tr>
              <a:tr h="520343">
                <a:tc>
                  <a:txBody>
                    <a:bodyPr/>
                    <a:lstStyle/>
                    <a:p>
                      <a:r>
                        <a:rPr lang="es-ES" sz="1500"/>
                        <a:t>Validators.required</a:t>
                      </a:r>
                    </a:p>
                  </a:txBody>
                  <a:tcPr marL="67871" marR="67871" marT="33935" marB="33935" anchor="ctr"/>
                </a:tc>
                <a:tc>
                  <a:txBody>
                    <a:bodyPr/>
                    <a:lstStyle/>
                    <a:p>
                      <a:r>
                        <a:rPr lang="es-ES" sz="1500"/>
                        <a:t>Método</a:t>
                      </a:r>
                    </a:p>
                  </a:txBody>
                  <a:tcPr marL="67871" marR="67871" marT="33935" marB="33935" anchor="ctr"/>
                </a:tc>
                <a:tc>
                  <a:txBody>
                    <a:bodyPr/>
                    <a:lstStyle/>
                    <a:p>
                      <a:r>
                        <a:rPr lang="es-ES" sz="1500"/>
                        <a:t>Función estática de la clase Validators.</a:t>
                      </a:r>
                    </a:p>
                  </a:txBody>
                  <a:tcPr marL="67871" marR="67871" marT="33935" marB="33935" anchor="ctr"/>
                </a:tc>
                <a:tc>
                  <a:txBody>
                    <a:bodyPr/>
                    <a:lstStyle/>
                    <a:p>
                      <a:r>
                        <a:rPr lang="es-ES" sz="1500"/>
                        <a:t>Valida que un campo no esté vacío.</a:t>
                      </a:r>
                    </a:p>
                  </a:txBody>
                  <a:tcPr marL="67871" marR="67871" marT="33935" marB="33935" anchor="ctr"/>
                </a:tc>
                <a:extLst>
                  <a:ext uri="{0D108BD9-81ED-4DB2-BD59-A6C34878D82A}">
                    <a16:rowId xmlns:a16="http://schemas.microsoft.com/office/drawing/2014/main" val="4023701574"/>
                  </a:ext>
                </a:extLst>
              </a:tr>
              <a:tr h="520343">
                <a:tc>
                  <a:txBody>
                    <a:bodyPr/>
                    <a:lstStyle/>
                    <a:p>
                      <a:r>
                        <a:rPr lang="es-ES" sz="1500"/>
                        <a:t>Validators.email</a:t>
                      </a:r>
                    </a:p>
                  </a:txBody>
                  <a:tcPr marL="67871" marR="67871" marT="33935" marB="33935" anchor="ctr"/>
                </a:tc>
                <a:tc>
                  <a:txBody>
                    <a:bodyPr/>
                    <a:lstStyle/>
                    <a:p>
                      <a:r>
                        <a:rPr lang="es-ES" sz="1500"/>
                        <a:t>Método</a:t>
                      </a:r>
                    </a:p>
                  </a:txBody>
                  <a:tcPr marL="67871" marR="67871" marT="33935" marB="33935" anchor="ctr"/>
                </a:tc>
                <a:tc>
                  <a:txBody>
                    <a:bodyPr/>
                    <a:lstStyle/>
                    <a:p>
                      <a:r>
                        <a:rPr lang="es-ES" sz="1500"/>
                        <a:t>Función estática de la clase Validators.</a:t>
                      </a:r>
                    </a:p>
                  </a:txBody>
                  <a:tcPr marL="67871" marR="67871" marT="33935" marB="33935" anchor="ctr"/>
                </a:tc>
                <a:tc>
                  <a:txBody>
                    <a:bodyPr/>
                    <a:lstStyle/>
                    <a:p>
                      <a:r>
                        <a:rPr lang="es-ES" sz="1500"/>
                        <a:t>Valida que el formato sea de correo electrónico.</a:t>
                      </a:r>
                    </a:p>
                  </a:txBody>
                  <a:tcPr marL="67871" marR="67871" marT="33935" marB="33935" anchor="ctr"/>
                </a:tc>
                <a:extLst>
                  <a:ext uri="{0D108BD9-81ED-4DB2-BD59-A6C34878D82A}">
                    <a16:rowId xmlns:a16="http://schemas.microsoft.com/office/drawing/2014/main" val="1277410267"/>
                  </a:ext>
                </a:extLst>
              </a:tr>
              <a:tr h="520343">
                <a:tc>
                  <a:txBody>
                    <a:bodyPr/>
                    <a:lstStyle/>
                    <a:p>
                      <a:r>
                        <a:rPr lang="es-ES" sz="1500"/>
                        <a:t>router.navigate()</a:t>
                      </a:r>
                    </a:p>
                  </a:txBody>
                  <a:tcPr marL="67871" marR="67871" marT="33935" marB="33935" anchor="ctr"/>
                </a:tc>
                <a:tc>
                  <a:txBody>
                    <a:bodyPr/>
                    <a:lstStyle/>
                    <a:p>
                      <a:r>
                        <a:rPr lang="es-ES" sz="1500"/>
                        <a:t>Método</a:t>
                      </a:r>
                    </a:p>
                  </a:txBody>
                  <a:tcPr marL="67871" marR="67871" marT="33935" marB="33935" anchor="ctr"/>
                </a:tc>
                <a:tc>
                  <a:txBody>
                    <a:bodyPr/>
                    <a:lstStyle/>
                    <a:p>
                      <a:r>
                        <a:rPr lang="es-ES" sz="1500"/>
                        <a:t>Función de la clase Router.</a:t>
                      </a:r>
                    </a:p>
                  </a:txBody>
                  <a:tcPr marL="67871" marR="67871" marT="33935" marB="33935" anchor="ctr"/>
                </a:tc>
                <a:tc>
                  <a:txBody>
                    <a:bodyPr/>
                    <a:lstStyle/>
                    <a:p>
                      <a:r>
                        <a:rPr lang="es-ES" sz="1500" dirty="0"/>
                        <a:t>Redirige al usuario a otra página dentro de la app.</a:t>
                      </a:r>
                    </a:p>
                  </a:txBody>
                  <a:tcPr marL="67871" marR="67871" marT="33935" marB="33935" anchor="ctr"/>
                </a:tc>
                <a:extLst>
                  <a:ext uri="{0D108BD9-81ED-4DB2-BD59-A6C34878D82A}">
                    <a16:rowId xmlns:a16="http://schemas.microsoft.com/office/drawing/2014/main" val="1006004822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5E4941DB-5DA4-C017-5648-3852FDC4B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7113" y="1792288"/>
            <a:ext cx="138350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3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0851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15032</TotalTime>
  <Words>1786</Words>
  <Application>Microsoft Macintosh PowerPoint</Application>
  <PresentationFormat>Personalizado</PresentationFormat>
  <Paragraphs>199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1" baseType="lpstr">
      <vt:lpstr>-webkit-standard</vt:lpstr>
      <vt:lpstr>Arial</vt:lpstr>
      <vt:lpstr>Calibri</vt:lpstr>
      <vt:lpstr>Tema de Office</vt:lpstr>
      <vt:lpstr>Programación Front END Ingeniería en ejecución Informática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Laboratorio: Programación aplicada a la resolución de problemas de Ingeniería</dc:title>
  <dc:creator>Eric</dc:creator>
  <cp:lastModifiedBy>Vilches Valenzuela Pablo Andres</cp:lastModifiedBy>
  <cp:revision>403</cp:revision>
  <dcterms:created xsi:type="dcterms:W3CDTF">2020-04-15T04:11:33Z</dcterms:created>
  <dcterms:modified xsi:type="dcterms:W3CDTF">2025-09-30T19:33:17Z</dcterms:modified>
</cp:coreProperties>
</file>